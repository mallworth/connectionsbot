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4"/>
    <p:sldMasterId id="214748370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Arimo"/>
      <p:regular r:id="rId29"/>
      <p:bold r:id="rId30"/>
      <p:italic r:id="rId31"/>
      <p:boldItalic r:id="rId32"/>
    </p:embeddedFont>
    <p:embeddedFont>
      <p:font typeface="Arimo SemiBold"/>
      <p:regular r:id="rId33"/>
      <p:bold r:id="rId34"/>
      <p:italic r:id="rId35"/>
      <p:boldItalic r:id="rId36"/>
    </p:embeddedFont>
    <p:embeddedFont>
      <p:font typeface="Azeret Mono"/>
      <p:regular r:id="rId37"/>
      <p:bold r:id="rId38"/>
      <p:italic r:id="rId39"/>
      <p:boldItalic r:id="rId40"/>
    </p:embeddedFont>
    <p:embeddedFont>
      <p:font typeface="Arimo Medium"/>
      <p:regular r:id="rId41"/>
      <p:bold r:id="rId42"/>
      <p:italic r:id="rId43"/>
      <p:boldItalic r:id="rId44"/>
    </p:embeddedFont>
    <p:embeddedFont>
      <p:font typeface="Roboto Mono"/>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zeretMono-boldItalic.fntdata"/><Relationship Id="rId20" Type="http://schemas.openxmlformats.org/officeDocument/2006/relationships/slide" Target="slides/slide14.xml"/><Relationship Id="rId42" Type="http://schemas.openxmlformats.org/officeDocument/2006/relationships/font" Target="fonts/ArimoMedium-bold.fntdata"/><Relationship Id="rId41" Type="http://schemas.openxmlformats.org/officeDocument/2006/relationships/font" Target="fonts/ArimoMedium-regular.fntdata"/><Relationship Id="rId22" Type="http://schemas.openxmlformats.org/officeDocument/2006/relationships/slide" Target="slides/slide16.xml"/><Relationship Id="rId44" Type="http://schemas.openxmlformats.org/officeDocument/2006/relationships/font" Target="fonts/ArimoMedium-boldItalic.fntdata"/><Relationship Id="rId21" Type="http://schemas.openxmlformats.org/officeDocument/2006/relationships/slide" Target="slides/slide15.xml"/><Relationship Id="rId43" Type="http://schemas.openxmlformats.org/officeDocument/2006/relationships/font" Target="fonts/ArimoMedium-italic.fntdata"/><Relationship Id="rId24" Type="http://schemas.openxmlformats.org/officeDocument/2006/relationships/slide" Target="slides/slide18.xml"/><Relationship Id="rId46" Type="http://schemas.openxmlformats.org/officeDocument/2006/relationships/font" Target="fonts/RobotoMono-bold.fntdata"/><Relationship Id="rId23" Type="http://schemas.openxmlformats.org/officeDocument/2006/relationships/slide" Target="slides/slide17.xml"/><Relationship Id="rId45" Type="http://schemas.openxmlformats.org/officeDocument/2006/relationships/font" Target="fonts/RobotoMon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RobotoMono-boldItalic.fntdata"/><Relationship Id="rId25" Type="http://schemas.openxmlformats.org/officeDocument/2006/relationships/slide" Target="slides/slide19.xml"/><Relationship Id="rId47" Type="http://schemas.openxmlformats.org/officeDocument/2006/relationships/font" Target="fonts/RobotoMono-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Arim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rimo-italic.fntdata"/><Relationship Id="rId30" Type="http://schemas.openxmlformats.org/officeDocument/2006/relationships/font" Target="fonts/Arimo-bold.fntdata"/><Relationship Id="rId11" Type="http://schemas.openxmlformats.org/officeDocument/2006/relationships/slide" Target="slides/slide5.xml"/><Relationship Id="rId33" Type="http://schemas.openxmlformats.org/officeDocument/2006/relationships/font" Target="fonts/ArimoSemiBold-regular.fntdata"/><Relationship Id="rId10" Type="http://schemas.openxmlformats.org/officeDocument/2006/relationships/slide" Target="slides/slide4.xml"/><Relationship Id="rId32" Type="http://schemas.openxmlformats.org/officeDocument/2006/relationships/font" Target="fonts/Arimo-boldItalic.fntdata"/><Relationship Id="rId13" Type="http://schemas.openxmlformats.org/officeDocument/2006/relationships/slide" Target="slides/slide7.xml"/><Relationship Id="rId35" Type="http://schemas.openxmlformats.org/officeDocument/2006/relationships/font" Target="fonts/ArimoSemiBold-italic.fntdata"/><Relationship Id="rId12" Type="http://schemas.openxmlformats.org/officeDocument/2006/relationships/slide" Target="slides/slide6.xml"/><Relationship Id="rId34" Type="http://schemas.openxmlformats.org/officeDocument/2006/relationships/font" Target="fonts/ArimoSemiBold-bold.fntdata"/><Relationship Id="rId15" Type="http://schemas.openxmlformats.org/officeDocument/2006/relationships/slide" Target="slides/slide9.xml"/><Relationship Id="rId37" Type="http://schemas.openxmlformats.org/officeDocument/2006/relationships/font" Target="fonts/AzeretMono-regular.fntdata"/><Relationship Id="rId14" Type="http://schemas.openxmlformats.org/officeDocument/2006/relationships/slide" Target="slides/slide8.xml"/><Relationship Id="rId36" Type="http://schemas.openxmlformats.org/officeDocument/2006/relationships/font" Target="fonts/ArimoSemiBold-boldItalic.fntdata"/><Relationship Id="rId17" Type="http://schemas.openxmlformats.org/officeDocument/2006/relationships/slide" Target="slides/slide11.xml"/><Relationship Id="rId39" Type="http://schemas.openxmlformats.org/officeDocument/2006/relationships/font" Target="fonts/AzeretMono-italic.fntdata"/><Relationship Id="rId16" Type="http://schemas.openxmlformats.org/officeDocument/2006/relationships/slide" Target="slides/slide10.xml"/><Relationship Id="rId38" Type="http://schemas.openxmlformats.org/officeDocument/2006/relationships/font" Target="fonts/AzeretMon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eeaae0e9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eeaae0e9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eeaae0e9a0_0_10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eeaae0e9a0_0_10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MAX</a:t>
            </a:r>
            <a:endParaRPr/>
          </a:p>
          <a:p>
            <a:pPr indent="0" lvl="0" marL="0" rtl="0" algn="l">
              <a:spcBef>
                <a:spcPts val="0"/>
              </a:spcBef>
              <a:spcAft>
                <a:spcPts val="0"/>
              </a:spcAft>
              <a:buNone/>
            </a:pPr>
            <a:r>
              <a:rPr lang="en"/>
              <a:t>Connections is a New York Times game where the objective is to take a 4x4 grid of words and correctly sort them into 4 groups, where each group has some theme. Themes could be as simple as 4 synonyms, or involve complex wordplay or popular culture references.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can be 4 mistakes made before the game is lost. If a guess is correct, you get to see the “theme” and the “category” which is a color. If 3 of 4 guessed </a:t>
            </a:r>
            <a:r>
              <a:rPr lang="en"/>
              <a:t>words belong to the category, the game tells you that your guess is “one away” from a correct guess, but counts it as a mistake.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eebd66274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eebd66274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goal, </a:t>
            </a:r>
            <a:r>
              <a:rPr lang="en"/>
              <a:t>following</a:t>
            </a:r>
            <a:r>
              <a:rPr lang="en"/>
              <a:t> the focus of this class, was to build a system with some form of intelligence that enables it to win Connections games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eebd6627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eebd6627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MAX</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eebd66274d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eebd66274d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eebd66274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eebd66274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MAX</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eebd66274d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eebd66274d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MAX</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eebd66274d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eebd66274d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MAX</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eebd66274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eebd66274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MAX</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eecdfa63b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eecdfa63b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Owen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The scored search works by generating many possible hidden subwords from each board word, such as prefixes, suffixes, and middle chunks, then assigning each candidate a score based on how useful it seems: real-looking words, suffixes, longer chunks, and non-junk endings get rewarded, while common meaningless fragments like </a:t>
            </a:r>
            <a:r>
              <a:rPr lang="en">
                <a:solidFill>
                  <a:srgbClr val="188038"/>
                </a:solidFill>
                <a:latin typeface="Roboto Mono"/>
                <a:ea typeface="Roboto Mono"/>
                <a:cs typeface="Roboto Mono"/>
                <a:sym typeface="Roboto Mono"/>
              </a:rPr>
              <a:t>ing</a:t>
            </a:r>
            <a:r>
              <a:rPr lang="en">
                <a:solidFill>
                  <a:schemeClr val="dk1"/>
                </a:solidFill>
              </a:rPr>
              <a:t> or </a:t>
            </a:r>
            <a:r>
              <a:rPr lang="en">
                <a:solidFill>
                  <a:srgbClr val="188038"/>
                </a:solidFill>
                <a:latin typeface="Roboto Mono"/>
                <a:ea typeface="Roboto Mono"/>
                <a:cs typeface="Roboto Mono"/>
                <a:sym typeface="Roboto Mono"/>
              </a:rPr>
              <a:t>ion</a:t>
            </a:r>
            <a:r>
              <a:rPr lang="en">
                <a:solidFill>
                  <a:schemeClr val="dk1"/>
                </a:solidFill>
              </a:rPr>
              <a:t> get penalized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group, the bot may consider multiple hidden candidates per word, like prefixes, suffixes, and middle chunks. So instead of scoring 1,820 simple groups, it might be scoring thousands or tens of thousands of hidden-subword combinations. Then each score may require expensive operations like embedding comparisons or WordNet synonym lookups.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eecdfa63bf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eecdfa63b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Owen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The one-away rule uses feedback from a near miss: if the bot guesses four words and the game says it was “one away,” then three of those words are correct and only one is wrong, so future guesses should prioritize repairing that group by keeping combinations of three words from the near-miss guess and swapping in one remaining word until it finds the correct category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eecdfa63bf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eecdfa63bf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Gauransh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aggregator treats each heuristic as a source of evidence. It adjusts each candidate using a confidence multiplier, combines scores for identical guesses, adds small bonuses for overlapping guesses, and chooses the group with the strongest total support.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eebf4fa1d1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eebf4fa1d1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Gauransh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aggregator treats each heuristic as a source of evidence. It adjusts each candidate using a confidence multiplier, combines scores for identical guesses, adds small bonuses for overlapping guesses, and chooses the group with the strongest total support.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eebf4fa1d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eebf4fa1d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Gauransh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aggregator treats each heuristic as a source of evidence. It adjusts each candidate using a confidence multiplier, combines scores for identical guesses, adds small bonuses for overlapping guesses, and chooses the group with the strongest total support.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eebf4fa1d1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eebf4fa1d1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Gauransh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aggregator treats each heuristic as a source of evidence. It adjusts each candidate using a confidence multiplier, combines scores for identical guesses, adds small bonuses for overlapping guesses, and chooses the group with the strongest total support.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eebd66274d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eebd66274d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Gauransh. Based on the Findings.txt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eebf4fa1d1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eebf4fa1d1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eebd66274d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eebd66274d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Gauransh</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eebf4fa1d1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eebf4fa1d1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Gauransh</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eebf4fa1d1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eebf4fa1d1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Everyone can add stuff they’re interested in related to the project here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eebd66274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eebd66274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eebf4fa1d1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eebf4fa1d1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_3">
    <p:bg>
      <p:bgPr>
        <a:solidFill>
          <a:schemeClr val="accent5"/>
        </a:solidFill>
      </p:bgPr>
    </p:bg>
    <p:spTree>
      <p:nvGrpSpPr>
        <p:cNvPr id="53" name="Shape 53"/>
        <p:cNvGrpSpPr/>
        <p:nvPr/>
      </p:nvGrpSpPr>
      <p:grpSpPr>
        <a:xfrm>
          <a:off x="0" y="0"/>
          <a:ext cx="0" cy="0"/>
          <a:chOff x="0" y="0"/>
          <a:chExt cx="0" cy="0"/>
        </a:xfrm>
      </p:grpSpPr>
      <p:pic>
        <p:nvPicPr>
          <p:cNvPr id="54" name="Google Shape;54;p14"/>
          <p:cNvPicPr preferRelativeResize="0"/>
          <p:nvPr/>
        </p:nvPicPr>
        <p:blipFill rotWithShape="1">
          <a:blip r:embed="rId2">
            <a:alphaModFix amt="60000"/>
          </a:blip>
          <a:srcRect b="4816" l="0" r="0" t="0"/>
          <a:stretch/>
        </p:blipFill>
        <p:spPr>
          <a:xfrm>
            <a:off x="277500" y="277500"/>
            <a:ext cx="8589000" cy="4599000"/>
          </a:xfrm>
          <a:prstGeom prst="roundRect">
            <a:avLst>
              <a:gd fmla="val 13515" name="adj"/>
            </a:avLst>
          </a:prstGeom>
          <a:noFill/>
          <a:ln>
            <a:noFill/>
          </a:ln>
        </p:spPr>
      </p:pic>
      <p:sp>
        <p:nvSpPr>
          <p:cNvPr id="55" name="Google Shape;55;p14"/>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cxnSp>
        <p:nvCxnSpPr>
          <p:cNvPr id="56" name="Google Shape;56;p14"/>
          <p:cNvCxnSpPr/>
          <p:nvPr/>
        </p:nvCxnSpPr>
        <p:spPr>
          <a:xfrm>
            <a:off x="805650" y="792575"/>
            <a:ext cx="7547100" cy="0"/>
          </a:xfrm>
          <a:prstGeom prst="straightConnector1">
            <a:avLst/>
          </a:prstGeom>
          <a:noFill/>
          <a:ln cap="flat" cmpd="sng" w="9525">
            <a:solidFill>
              <a:schemeClr val="dk1"/>
            </a:solidFill>
            <a:prstDash val="solid"/>
            <a:round/>
            <a:headEnd len="med" w="med" type="none"/>
            <a:tailEnd len="med" w="med" type="none"/>
          </a:ln>
        </p:spPr>
      </p:cxnSp>
      <p:cxnSp>
        <p:nvCxnSpPr>
          <p:cNvPr id="57" name="Google Shape;57;p14"/>
          <p:cNvCxnSpPr/>
          <p:nvPr/>
        </p:nvCxnSpPr>
        <p:spPr>
          <a:xfrm>
            <a:off x="805650" y="4521775"/>
            <a:ext cx="7547100" cy="0"/>
          </a:xfrm>
          <a:prstGeom prst="straightConnector1">
            <a:avLst/>
          </a:prstGeom>
          <a:noFill/>
          <a:ln cap="flat" cmpd="sng" w="9525">
            <a:solidFill>
              <a:schemeClr val="dk1"/>
            </a:solidFill>
            <a:prstDash val="solid"/>
            <a:round/>
            <a:headEnd len="med" w="med" type="none"/>
            <a:tailEnd len="med" w="med" type="none"/>
          </a:ln>
        </p:spPr>
      </p:cxnSp>
      <p:sp>
        <p:nvSpPr>
          <p:cNvPr id="58" name="Google Shape;58;p14"/>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59" name="Google Shape;59;p14"/>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60" name="Google Shape;60;p14"/>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61" name="Google Shape;61;p14"/>
          <p:cNvSpPr txBox="1"/>
          <p:nvPr>
            <p:ph type="title"/>
          </p:nvPr>
        </p:nvSpPr>
        <p:spPr>
          <a:xfrm>
            <a:off x="795525" y="2323100"/>
            <a:ext cx="4838100" cy="1453200"/>
          </a:xfrm>
          <a:prstGeom prst="rect">
            <a:avLst/>
          </a:prstGeom>
        </p:spPr>
        <p:txBody>
          <a:bodyPr anchorCtr="0" anchor="b" bIns="0" lIns="0" spcFirstLastPara="1" rIns="0" wrap="square" tIns="0">
            <a:noAutofit/>
          </a:bodyPr>
          <a:lstStyle>
            <a:lvl1pPr lvl="0">
              <a:lnSpc>
                <a:spcPct val="80000"/>
              </a:lnSpc>
              <a:spcBef>
                <a:spcPts val="0"/>
              </a:spcBef>
              <a:spcAft>
                <a:spcPts val="0"/>
              </a:spcAft>
              <a:buNone/>
              <a:defRPr sz="5000"/>
            </a:lvl1pPr>
            <a:lvl2pPr lvl="1">
              <a:lnSpc>
                <a:spcPct val="80000"/>
              </a:lnSpc>
              <a:spcBef>
                <a:spcPts val="0"/>
              </a:spcBef>
              <a:spcAft>
                <a:spcPts val="0"/>
              </a:spcAft>
              <a:buNone/>
              <a:defRPr sz="5000"/>
            </a:lvl2pPr>
            <a:lvl3pPr lvl="2">
              <a:lnSpc>
                <a:spcPct val="80000"/>
              </a:lnSpc>
              <a:spcBef>
                <a:spcPts val="0"/>
              </a:spcBef>
              <a:spcAft>
                <a:spcPts val="0"/>
              </a:spcAft>
              <a:buNone/>
              <a:defRPr sz="5000"/>
            </a:lvl3pPr>
            <a:lvl4pPr lvl="3">
              <a:lnSpc>
                <a:spcPct val="80000"/>
              </a:lnSpc>
              <a:spcBef>
                <a:spcPts val="0"/>
              </a:spcBef>
              <a:spcAft>
                <a:spcPts val="0"/>
              </a:spcAft>
              <a:buNone/>
              <a:defRPr sz="5000"/>
            </a:lvl4pPr>
            <a:lvl5pPr lvl="4">
              <a:lnSpc>
                <a:spcPct val="80000"/>
              </a:lnSpc>
              <a:spcBef>
                <a:spcPts val="0"/>
              </a:spcBef>
              <a:spcAft>
                <a:spcPts val="0"/>
              </a:spcAft>
              <a:buNone/>
              <a:defRPr sz="5000"/>
            </a:lvl5pPr>
            <a:lvl6pPr lvl="5">
              <a:lnSpc>
                <a:spcPct val="80000"/>
              </a:lnSpc>
              <a:spcBef>
                <a:spcPts val="0"/>
              </a:spcBef>
              <a:spcAft>
                <a:spcPts val="0"/>
              </a:spcAft>
              <a:buNone/>
              <a:defRPr sz="5000"/>
            </a:lvl6pPr>
            <a:lvl7pPr lvl="6">
              <a:lnSpc>
                <a:spcPct val="80000"/>
              </a:lnSpc>
              <a:spcBef>
                <a:spcPts val="0"/>
              </a:spcBef>
              <a:spcAft>
                <a:spcPts val="0"/>
              </a:spcAft>
              <a:buNone/>
              <a:defRPr sz="5000"/>
            </a:lvl7pPr>
            <a:lvl8pPr lvl="7">
              <a:lnSpc>
                <a:spcPct val="80000"/>
              </a:lnSpc>
              <a:spcBef>
                <a:spcPts val="0"/>
              </a:spcBef>
              <a:spcAft>
                <a:spcPts val="0"/>
              </a:spcAft>
              <a:buNone/>
              <a:defRPr sz="5000"/>
            </a:lvl8pPr>
            <a:lvl9pPr lvl="8">
              <a:lnSpc>
                <a:spcPct val="80000"/>
              </a:lnSpc>
              <a:spcBef>
                <a:spcPts val="0"/>
              </a:spcBef>
              <a:spcAft>
                <a:spcPts val="0"/>
              </a:spcAft>
              <a:buNone/>
              <a:defRPr sz="5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2">
  <p:cSld name="BLANK_1_1_1">
    <p:bg>
      <p:bgPr>
        <a:solidFill>
          <a:schemeClr val="accent5"/>
        </a:solidFill>
      </p:bgPr>
    </p:bg>
    <p:spTree>
      <p:nvGrpSpPr>
        <p:cNvPr id="62" name="Shape 62"/>
        <p:cNvGrpSpPr/>
        <p:nvPr/>
      </p:nvGrpSpPr>
      <p:grpSpPr>
        <a:xfrm>
          <a:off x="0" y="0"/>
          <a:ext cx="0" cy="0"/>
          <a:chOff x="0" y="0"/>
          <a:chExt cx="0" cy="0"/>
        </a:xfrm>
      </p:grpSpPr>
      <p:grpSp>
        <p:nvGrpSpPr>
          <p:cNvPr id="63" name="Google Shape;63;p15"/>
          <p:cNvGrpSpPr/>
          <p:nvPr/>
        </p:nvGrpSpPr>
        <p:grpSpPr>
          <a:xfrm>
            <a:off x="277515" y="277501"/>
            <a:ext cx="8589075" cy="4593888"/>
            <a:chOff x="277500" y="277500"/>
            <a:chExt cx="8589075" cy="4593888"/>
          </a:xfrm>
        </p:grpSpPr>
        <p:pic>
          <p:nvPicPr>
            <p:cNvPr id="64" name="Google Shape;64;p15"/>
            <p:cNvPicPr preferRelativeResize="0"/>
            <p:nvPr/>
          </p:nvPicPr>
          <p:blipFill>
            <a:blip r:embed="rId2">
              <a:alphaModFix amt="10000"/>
            </a:blip>
            <a:stretch>
              <a:fillRect/>
            </a:stretch>
          </p:blipFill>
          <p:spPr>
            <a:xfrm>
              <a:off x="277575" y="277500"/>
              <a:ext cx="8589000" cy="4593888"/>
            </a:xfrm>
            <a:prstGeom prst="rect">
              <a:avLst/>
            </a:prstGeom>
            <a:noFill/>
            <a:ln>
              <a:noFill/>
            </a:ln>
          </p:spPr>
        </p:pic>
        <p:sp>
          <p:nvSpPr>
            <p:cNvPr id="65" name="Google Shape;65;p15"/>
            <p:cNvSpPr/>
            <p:nvPr/>
          </p:nvSpPr>
          <p:spPr>
            <a:xfrm>
              <a:off x="277500" y="277500"/>
              <a:ext cx="8589000" cy="4582500"/>
            </a:xfrm>
            <a:prstGeom prst="roundRect">
              <a:avLst>
                <a:gd fmla="val 6093"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grpSp>
      <p:sp>
        <p:nvSpPr>
          <p:cNvPr id="66" name="Google Shape;66;p15"/>
          <p:cNvSpPr/>
          <p:nvPr/>
        </p:nvSpPr>
        <p:spPr>
          <a:xfrm>
            <a:off x="601356" y="3751056"/>
            <a:ext cx="576000" cy="576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Arimo"/>
              <a:ea typeface="Arimo"/>
              <a:cs typeface="Arimo"/>
              <a:sym typeface="Arimo"/>
            </a:endParaRPr>
          </a:p>
        </p:txBody>
      </p:sp>
      <p:sp>
        <p:nvSpPr>
          <p:cNvPr id="67" name="Google Shape;67;p15"/>
          <p:cNvSpPr/>
          <p:nvPr/>
        </p:nvSpPr>
        <p:spPr>
          <a:xfrm>
            <a:off x="651558" y="3801258"/>
            <a:ext cx="475500" cy="4755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700">
              <a:solidFill>
                <a:schemeClr val="lt1"/>
              </a:solidFill>
              <a:latin typeface="Arimo"/>
              <a:ea typeface="Arimo"/>
              <a:cs typeface="Arimo"/>
              <a:sym typeface="Arimo"/>
            </a:endParaRPr>
          </a:p>
        </p:txBody>
      </p:sp>
      <p:sp>
        <p:nvSpPr>
          <p:cNvPr id="68" name="Google Shape;68;p15"/>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600"/>
              <a:buFont typeface="Arimo"/>
              <a:buNone/>
              <a:defRPr sz="1600">
                <a:solidFill>
                  <a:schemeClr val="lt1"/>
                </a:solidFill>
                <a:latin typeface="Arimo"/>
                <a:ea typeface="Arimo"/>
                <a:cs typeface="Arimo"/>
                <a:sym typeface="Arimo"/>
              </a:defRPr>
            </a:lvl1pPr>
            <a:lvl2pPr lvl="1">
              <a:spcBef>
                <a:spcPts val="0"/>
              </a:spcBef>
              <a:spcAft>
                <a:spcPts val="0"/>
              </a:spcAft>
              <a:buClr>
                <a:schemeClr val="lt1"/>
              </a:buClr>
              <a:buSzPts val="1400"/>
              <a:buFont typeface="Arimo"/>
              <a:buNone/>
              <a:defRPr>
                <a:solidFill>
                  <a:schemeClr val="lt1"/>
                </a:solidFill>
                <a:latin typeface="Arimo"/>
                <a:ea typeface="Arimo"/>
                <a:cs typeface="Arimo"/>
                <a:sym typeface="Arimo"/>
              </a:defRPr>
            </a:lvl2pPr>
            <a:lvl3pPr lvl="2">
              <a:spcBef>
                <a:spcPts val="0"/>
              </a:spcBef>
              <a:spcAft>
                <a:spcPts val="0"/>
              </a:spcAft>
              <a:buClr>
                <a:schemeClr val="lt1"/>
              </a:buClr>
              <a:buSzPts val="1400"/>
              <a:buFont typeface="Arimo"/>
              <a:buNone/>
              <a:defRPr>
                <a:solidFill>
                  <a:schemeClr val="lt1"/>
                </a:solidFill>
                <a:latin typeface="Arimo"/>
                <a:ea typeface="Arimo"/>
                <a:cs typeface="Arimo"/>
                <a:sym typeface="Arimo"/>
              </a:defRPr>
            </a:lvl3pPr>
            <a:lvl4pPr lvl="3">
              <a:spcBef>
                <a:spcPts val="0"/>
              </a:spcBef>
              <a:spcAft>
                <a:spcPts val="0"/>
              </a:spcAft>
              <a:buClr>
                <a:schemeClr val="lt1"/>
              </a:buClr>
              <a:buSzPts val="1400"/>
              <a:buFont typeface="Arimo"/>
              <a:buNone/>
              <a:defRPr>
                <a:solidFill>
                  <a:schemeClr val="lt1"/>
                </a:solidFill>
                <a:latin typeface="Arimo"/>
                <a:ea typeface="Arimo"/>
                <a:cs typeface="Arimo"/>
                <a:sym typeface="Arimo"/>
              </a:defRPr>
            </a:lvl4pPr>
            <a:lvl5pPr lvl="4">
              <a:spcBef>
                <a:spcPts val="0"/>
              </a:spcBef>
              <a:spcAft>
                <a:spcPts val="0"/>
              </a:spcAft>
              <a:buClr>
                <a:schemeClr val="lt1"/>
              </a:buClr>
              <a:buSzPts val="1400"/>
              <a:buFont typeface="Arimo"/>
              <a:buNone/>
              <a:defRPr>
                <a:solidFill>
                  <a:schemeClr val="lt1"/>
                </a:solidFill>
                <a:latin typeface="Arimo"/>
                <a:ea typeface="Arimo"/>
                <a:cs typeface="Arimo"/>
                <a:sym typeface="Arimo"/>
              </a:defRPr>
            </a:lvl5pPr>
            <a:lvl6pPr lvl="5">
              <a:spcBef>
                <a:spcPts val="0"/>
              </a:spcBef>
              <a:spcAft>
                <a:spcPts val="0"/>
              </a:spcAft>
              <a:buClr>
                <a:schemeClr val="lt1"/>
              </a:buClr>
              <a:buSzPts val="1400"/>
              <a:buFont typeface="Arimo"/>
              <a:buNone/>
              <a:defRPr>
                <a:solidFill>
                  <a:schemeClr val="lt1"/>
                </a:solidFill>
                <a:latin typeface="Arimo"/>
                <a:ea typeface="Arimo"/>
                <a:cs typeface="Arimo"/>
                <a:sym typeface="Arimo"/>
              </a:defRPr>
            </a:lvl6pPr>
            <a:lvl7pPr lvl="6">
              <a:spcBef>
                <a:spcPts val="0"/>
              </a:spcBef>
              <a:spcAft>
                <a:spcPts val="0"/>
              </a:spcAft>
              <a:buClr>
                <a:schemeClr val="lt1"/>
              </a:buClr>
              <a:buSzPts val="1400"/>
              <a:buFont typeface="Arimo"/>
              <a:buNone/>
              <a:defRPr>
                <a:solidFill>
                  <a:schemeClr val="lt1"/>
                </a:solidFill>
                <a:latin typeface="Arimo"/>
                <a:ea typeface="Arimo"/>
                <a:cs typeface="Arimo"/>
                <a:sym typeface="Arimo"/>
              </a:defRPr>
            </a:lvl7pPr>
            <a:lvl8pPr lvl="7">
              <a:spcBef>
                <a:spcPts val="0"/>
              </a:spcBef>
              <a:spcAft>
                <a:spcPts val="0"/>
              </a:spcAft>
              <a:buClr>
                <a:schemeClr val="lt1"/>
              </a:buClr>
              <a:buSzPts val="1400"/>
              <a:buFont typeface="Arimo"/>
              <a:buNone/>
              <a:defRPr>
                <a:solidFill>
                  <a:schemeClr val="lt1"/>
                </a:solidFill>
                <a:latin typeface="Arimo"/>
                <a:ea typeface="Arimo"/>
                <a:cs typeface="Arimo"/>
                <a:sym typeface="Arimo"/>
              </a:defRPr>
            </a:lvl8pPr>
            <a:lvl9pPr lvl="8">
              <a:spcBef>
                <a:spcPts val="0"/>
              </a:spcBef>
              <a:spcAft>
                <a:spcPts val="0"/>
              </a:spcAft>
              <a:buClr>
                <a:schemeClr val="lt1"/>
              </a:buClr>
              <a:buSzPts val="1400"/>
              <a:buFont typeface="Arimo"/>
              <a:buNone/>
              <a:defRPr>
                <a:solidFill>
                  <a:schemeClr val="lt1"/>
                </a:solidFill>
                <a:latin typeface="Arimo"/>
                <a:ea typeface="Arimo"/>
                <a:cs typeface="Arimo"/>
                <a:sym typeface="Arimo"/>
              </a:defRPr>
            </a:lvl9pPr>
          </a:lstStyle>
          <a:p/>
        </p:txBody>
      </p:sp>
      <p:cxnSp>
        <p:nvCxnSpPr>
          <p:cNvPr id="69" name="Google Shape;69;p15"/>
          <p:cNvCxnSpPr/>
          <p:nvPr/>
        </p:nvCxnSpPr>
        <p:spPr>
          <a:xfrm rot="10800000">
            <a:off x="1341900" y="4039025"/>
            <a:ext cx="1014600" cy="0"/>
          </a:xfrm>
          <a:prstGeom prst="straightConnector1">
            <a:avLst/>
          </a:prstGeom>
          <a:noFill/>
          <a:ln cap="flat" cmpd="sng" w="9525">
            <a:solidFill>
              <a:schemeClr val="lt2"/>
            </a:solidFill>
            <a:prstDash val="solid"/>
            <a:round/>
            <a:headEnd len="med" w="med" type="oval"/>
            <a:tailEnd len="med" w="med" type="none"/>
          </a:ln>
        </p:spPr>
      </p:cxnSp>
      <p:sp>
        <p:nvSpPr>
          <p:cNvPr id="70" name="Google Shape;70;p1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1" name="Google Shape;71;p15"/>
          <p:cNvSpPr txBox="1"/>
          <p:nvPr>
            <p:ph type="title"/>
          </p:nvPr>
        </p:nvSpPr>
        <p:spPr>
          <a:xfrm>
            <a:off x="2598475" y="3493075"/>
            <a:ext cx="5985300" cy="994800"/>
          </a:xfrm>
          <a:prstGeom prst="rect">
            <a:avLst/>
          </a:prstGeom>
        </p:spPr>
        <p:txBody>
          <a:bodyPr anchorCtr="0" anchor="ctr"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4500"/>
            </a:lvl2pPr>
            <a:lvl3pPr lvl="2">
              <a:lnSpc>
                <a:spcPct val="80000"/>
              </a:lnSpc>
              <a:spcBef>
                <a:spcPts val="0"/>
              </a:spcBef>
              <a:spcAft>
                <a:spcPts val="0"/>
              </a:spcAft>
              <a:buNone/>
              <a:defRPr sz="4500"/>
            </a:lvl3pPr>
            <a:lvl4pPr lvl="3">
              <a:lnSpc>
                <a:spcPct val="80000"/>
              </a:lnSpc>
              <a:spcBef>
                <a:spcPts val="0"/>
              </a:spcBef>
              <a:spcAft>
                <a:spcPts val="0"/>
              </a:spcAft>
              <a:buNone/>
              <a:defRPr sz="4500"/>
            </a:lvl4pPr>
            <a:lvl5pPr lvl="4">
              <a:lnSpc>
                <a:spcPct val="80000"/>
              </a:lnSpc>
              <a:spcBef>
                <a:spcPts val="0"/>
              </a:spcBef>
              <a:spcAft>
                <a:spcPts val="0"/>
              </a:spcAft>
              <a:buNone/>
              <a:defRPr sz="4500"/>
            </a:lvl5pPr>
            <a:lvl6pPr lvl="5">
              <a:lnSpc>
                <a:spcPct val="80000"/>
              </a:lnSpc>
              <a:spcBef>
                <a:spcPts val="0"/>
              </a:spcBef>
              <a:spcAft>
                <a:spcPts val="0"/>
              </a:spcAft>
              <a:buNone/>
              <a:defRPr sz="4500"/>
            </a:lvl6pPr>
            <a:lvl7pPr lvl="6">
              <a:lnSpc>
                <a:spcPct val="80000"/>
              </a:lnSpc>
              <a:spcBef>
                <a:spcPts val="0"/>
              </a:spcBef>
              <a:spcAft>
                <a:spcPts val="0"/>
              </a:spcAft>
              <a:buNone/>
              <a:defRPr sz="4500"/>
            </a:lvl7pPr>
            <a:lvl8pPr lvl="7">
              <a:lnSpc>
                <a:spcPct val="80000"/>
              </a:lnSpc>
              <a:spcBef>
                <a:spcPts val="0"/>
              </a:spcBef>
              <a:spcAft>
                <a:spcPts val="0"/>
              </a:spcAft>
              <a:buNone/>
              <a:defRPr sz="4500"/>
            </a:lvl8pPr>
            <a:lvl9pPr lvl="8">
              <a:lnSpc>
                <a:spcPct val="80000"/>
              </a:lnSpc>
              <a:spcBef>
                <a:spcPts val="0"/>
              </a:spcBef>
              <a:spcAft>
                <a:spcPts val="0"/>
              </a:spcAft>
              <a:buNone/>
              <a:defRPr sz="45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CUSTOM_23">
    <p:bg>
      <p:bgPr>
        <a:solidFill>
          <a:schemeClr val="accent5"/>
        </a:solidFill>
      </p:bgPr>
    </p:bg>
    <p:spTree>
      <p:nvGrpSpPr>
        <p:cNvPr id="72" name="Shape 72"/>
        <p:cNvGrpSpPr/>
        <p:nvPr/>
      </p:nvGrpSpPr>
      <p:grpSpPr>
        <a:xfrm>
          <a:off x="0" y="0"/>
          <a:ext cx="0" cy="0"/>
          <a:chOff x="0" y="0"/>
          <a:chExt cx="0" cy="0"/>
        </a:xfrm>
      </p:grpSpPr>
      <p:sp>
        <p:nvSpPr>
          <p:cNvPr id="73" name="Google Shape;73;p16"/>
          <p:cNvSpPr/>
          <p:nvPr>
            <p:ph idx="2" type="pic"/>
          </p:nvPr>
        </p:nvSpPr>
        <p:spPr>
          <a:xfrm>
            <a:off x="277500" y="1963600"/>
            <a:ext cx="1333800" cy="1337100"/>
          </a:xfrm>
          <a:prstGeom prst="roundRect">
            <a:avLst>
              <a:gd fmla="val 14278" name="adj"/>
            </a:avLst>
          </a:prstGeom>
          <a:noFill/>
          <a:ln>
            <a:noFill/>
          </a:ln>
        </p:spPr>
      </p:sp>
      <p:sp>
        <p:nvSpPr>
          <p:cNvPr id="74" name="Google Shape;74;p16"/>
          <p:cNvSpPr/>
          <p:nvPr>
            <p:ph idx="3" type="pic"/>
          </p:nvPr>
        </p:nvSpPr>
        <p:spPr>
          <a:xfrm>
            <a:off x="1728225" y="1963600"/>
            <a:ext cx="1333800" cy="1337100"/>
          </a:xfrm>
          <a:prstGeom prst="roundRect">
            <a:avLst>
              <a:gd fmla="val 14278" name="adj"/>
            </a:avLst>
          </a:prstGeom>
          <a:noFill/>
          <a:ln>
            <a:noFill/>
          </a:ln>
        </p:spPr>
      </p:sp>
      <p:sp>
        <p:nvSpPr>
          <p:cNvPr id="75" name="Google Shape;75;p16"/>
          <p:cNvSpPr/>
          <p:nvPr>
            <p:ph idx="4" type="pic"/>
          </p:nvPr>
        </p:nvSpPr>
        <p:spPr>
          <a:xfrm>
            <a:off x="3179025" y="1963600"/>
            <a:ext cx="1333800" cy="1337100"/>
          </a:xfrm>
          <a:prstGeom prst="roundRect">
            <a:avLst>
              <a:gd fmla="val 14278" name="adj"/>
            </a:avLst>
          </a:prstGeom>
          <a:noFill/>
          <a:ln>
            <a:noFill/>
          </a:ln>
        </p:spPr>
      </p:sp>
      <p:sp>
        <p:nvSpPr>
          <p:cNvPr id="76" name="Google Shape;76;p16"/>
          <p:cNvSpPr/>
          <p:nvPr>
            <p:ph idx="5" type="pic"/>
          </p:nvPr>
        </p:nvSpPr>
        <p:spPr>
          <a:xfrm>
            <a:off x="4629825" y="1963600"/>
            <a:ext cx="1333800" cy="1337100"/>
          </a:xfrm>
          <a:prstGeom prst="roundRect">
            <a:avLst>
              <a:gd fmla="val 14278" name="adj"/>
            </a:avLst>
          </a:prstGeom>
          <a:noFill/>
          <a:ln>
            <a:noFill/>
          </a:ln>
        </p:spPr>
      </p:sp>
      <p:sp>
        <p:nvSpPr>
          <p:cNvPr id="77" name="Google Shape;77;p16"/>
          <p:cNvSpPr/>
          <p:nvPr>
            <p:ph idx="6" type="pic"/>
          </p:nvPr>
        </p:nvSpPr>
        <p:spPr>
          <a:xfrm>
            <a:off x="6080625" y="1963600"/>
            <a:ext cx="1333800" cy="1337100"/>
          </a:xfrm>
          <a:prstGeom prst="roundRect">
            <a:avLst>
              <a:gd fmla="val 14278" name="adj"/>
            </a:avLst>
          </a:prstGeom>
          <a:noFill/>
          <a:ln>
            <a:noFill/>
          </a:ln>
        </p:spPr>
      </p:sp>
      <p:sp>
        <p:nvSpPr>
          <p:cNvPr id="78" name="Google Shape;78;p16"/>
          <p:cNvSpPr/>
          <p:nvPr>
            <p:ph idx="7" type="pic"/>
          </p:nvPr>
        </p:nvSpPr>
        <p:spPr>
          <a:xfrm>
            <a:off x="7531425" y="1963600"/>
            <a:ext cx="1333800" cy="1337100"/>
          </a:xfrm>
          <a:prstGeom prst="roundRect">
            <a:avLst>
              <a:gd fmla="val 14278" name="adj"/>
            </a:avLst>
          </a:prstGeom>
          <a:noFill/>
          <a:ln>
            <a:noFill/>
          </a:ln>
        </p:spPr>
      </p:sp>
      <p:sp>
        <p:nvSpPr>
          <p:cNvPr id="79" name="Google Shape;79;p1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80" name="Google Shape;80;p16"/>
          <p:cNvSpPr txBox="1"/>
          <p:nvPr>
            <p:ph type="title"/>
          </p:nvPr>
        </p:nvSpPr>
        <p:spPr>
          <a:xfrm>
            <a:off x="277500" y="577275"/>
            <a:ext cx="7137000" cy="994800"/>
          </a:xfrm>
          <a:prstGeom prst="rect">
            <a:avLst/>
          </a:prstGeom>
        </p:spPr>
        <p:txBody>
          <a:bodyPr anchorCtr="0" anchor="t"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3000"/>
            </a:lvl2pPr>
            <a:lvl3pPr lvl="2">
              <a:lnSpc>
                <a:spcPct val="80000"/>
              </a:lnSpc>
              <a:spcBef>
                <a:spcPts val="0"/>
              </a:spcBef>
              <a:spcAft>
                <a:spcPts val="0"/>
              </a:spcAft>
              <a:buNone/>
              <a:defRPr sz="3000"/>
            </a:lvl3pPr>
            <a:lvl4pPr lvl="3">
              <a:lnSpc>
                <a:spcPct val="80000"/>
              </a:lnSpc>
              <a:spcBef>
                <a:spcPts val="0"/>
              </a:spcBef>
              <a:spcAft>
                <a:spcPts val="0"/>
              </a:spcAft>
              <a:buNone/>
              <a:defRPr sz="3000"/>
            </a:lvl4pPr>
            <a:lvl5pPr lvl="4">
              <a:lnSpc>
                <a:spcPct val="80000"/>
              </a:lnSpc>
              <a:spcBef>
                <a:spcPts val="0"/>
              </a:spcBef>
              <a:spcAft>
                <a:spcPts val="0"/>
              </a:spcAft>
              <a:buNone/>
              <a:defRPr sz="3000"/>
            </a:lvl5pPr>
            <a:lvl6pPr lvl="5">
              <a:lnSpc>
                <a:spcPct val="80000"/>
              </a:lnSpc>
              <a:spcBef>
                <a:spcPts val="0"/>
              </a:spcBef>
              <a:spcAft>
                <a:spcPts val="0"/>
              </a:spcAft>
              <a:buNone/>
              <a:defRPr sz="3000"/>
            </a:lvl6pPr>
            <a:lvl7pPr lvl="6">
              <a:lnSpc>
                <a:spcPct val="80000"/>
              </a:lnSpc>
              <a:spcBef>
                <a:spcPts val="0"/>
              </a:spcBef>
              <a:spcAft>
                <a:spcPts val="0"/>
              </a:spcAft>
              <a:buNone/>
              <a:defRPr sz="3000"/>
            </a:lvl7pPr>
            <a:lvl8pPr lvl="7">
              <a:lnSpc>
                <a:spcPct val="80000"/>
              </a:lnSpc>
              <a:spcBef>
                <a:spcPts val="0"/>
              </a:spcBef>
              <a:spcAft>
                <a:spcPts val="0"/>
              </a:spcAft>
              <a:buNone/>
              <a:defRPr sz="3000"/>
            </a:lvl8pPr>
            <a:lvl9pPr lvl="8">
              <a:lnSpc>
                <a:spcPct val="80000"/>
              </a:lnSpc>
              <a:spcBef>
                <a:spcPts val="0"/>
              </a:spcBef>
              <a:spcAft>
                <a:spcPts val="0"/>
              </a:spcAft>
              <a:buNone/>
              <a:defRPr sz="3000"/>
            </a:lvl9pPr>
          </a:lstStyle>
          <a:p/>
        </p:txBody>
      </p:sp>
      <p:sp>
        <p:nvSpPr>
          <p:cNvPr id="81" name="Google Shape;81;p16"/>
          <p:cNvSpPr txBox="1"/>
          <p:nvPr>
            <p:ph idx="1" type="body"/>
          </p:nvPr>
        </p:nvSpPr>
        <p:spPr>
          <a:xfrm>
            <a:off x="3706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2" name="Google Shape;82;p16"/>
          <p:cNvSpPr txBox="1"/>
          <p:nvPr>
            <p:ph idx="8" type="body"/>
          </p:nvPr>
        </p:nvSpPr>
        <p:spPr>
          <a:xfrm>
            <a:off x="182162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3" name="Google Shape;83;p16"/>
          <p:cNvSpPr txBox="1"/>
          <p:nvPr>
            <p:ph idx="9" type="body"/>
          </p:nvPr>
        </p:nvSpPr>
        <p:spPr>
          <a:xfrm>
            <a:off x="327260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4" name="Google Shape;84;p16"/>
          <p:cNvSpPr txBox="1"/>
          <p:nvPr>
            <p:ph idx="13" type="body"/>
          </p:nvPr>
        </p:nvSpPr>
        <p:spPr>
          <a:xfrm>
            <a:off x="472358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5" name="Google Shape;85;p16"/>
          <p:cNvSpPr txBox="1"/>
          <p:nvPr>
            <p:ph idx="14" type="body"/>
          </p:nvPr>
        </p:nvSpPr>
        <p:spPr>
          <a:xfrm>
            <a:off x="617456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6" name="Google Shape;86;p16"/>
          <p:cNvSpPr txBox="1"/>
          <p:nvPr>
            <p:ph idx="15" type="body"/>
          </p:nvPr>
        </p:nvSpPr>
        <p:spPr>
          <a:xfrm>
            <a:off x="76255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7" name="Google Shape;87;p16"/>
          <p:cNvSpPr txBox="1"/>
          <p:nvPr>
            <p:ph idx="16" type="subTitle"/>
          </p:nvPr>
        </p:nvSpPr>
        <p:spPr>
          <a:xfrm>
            <a:off x="3706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88" name="Google Shape;88;p16"/>
          <p:cNvSpPr txBox="1"/>
          <p:nvPr>
            <p:ph idx="17" type="subTitle"/>
          </p:nvPr>
        </p:nvSpPr>
        <p:spPr>
          <a:xfrm>
            <a:off x="18214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89" name="Google Shape;89;p16"/>
          <p:cNvSpPr txBox="1"/>
          <p:nvPr>
            <p:ph idx="18" type="subTitle"/>
          </p:nvPr>
        </p:nvSpPr>
        <p:spPr>
          <a:xfrm>
            <a:off x="327234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0" name="Google Shape;90;p16"/>
          <p:cNvSpPr txBox="1"/>
          <p:nvPr>
            <p:ph idx="19" type="subTitle"/>
          </p:nvPr>
        </p:nvSpPr>
        <p:spPr>
          <a:xfrm>
            <a:off x="47231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1" name="Google Shape;91;p16"/>
          <p:cNvSpPr txBox="1"/>
          <p:nvPr>
            <p:ph idx="20" type="subTitle"/>
          </p:nvPr>
        </p:nvSpPr>
        <p:spPr>
          <a:xfrm>
            <a:off x="6174375"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2" name="Google Shape;92;p16"/>
          <p:cNvSpPr txBox="1"/>
          <p:nvPr>
            <p:ph idx="21" type="subTitle"/>
          </p:nvPr>
        </p:nvSpPr>
        <p:spPr>
          <a:xfrm>
            <a:off x="76255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3" name="Google Shape;93;p16"/>
          <p:cNvSpPr txBox="1"/>
          <p:nvPr>
            <p:ph idx="22" type="subTitle"/>
          </p:nvPr>
        </p:nvSpPr>
        <p:spPr>
          <a:xfrm>
            <a:off x="277500" y="291038"/>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atin typeface="Arimo"/>
                <a:ea typeface="Arimo"/>
                <a:cs typeface="Arimo"/>
                <a:sym typeface="Arimo"/>
              </a:defRPr>
            </a:lvl1pPr>
            <a:lvl2pPr lvl="1">
              <a:spcBef>
                <a:spcPts val="0"/>
              </a:spcBef>
              <a:spcAft>
                <a:spcPts val="0"/>
              </a:spcAft>
              <a:buSzPts val="800"/>
              <a:buFont typeface="Arimo"/>
              <a:buNone/>
              <a:defRPr sz="800">
                <a:latin typeface="Arimo"/>
                <a:ea typeface="Arimo"/>
                <a:cs typeface="Arimo"/>
                <a:sym typeface="Arimo"/>
              </a:defRPr>
            </a:lvl2pPr>
            <a:lvl3pPr lvl="2">
              <a:spcBef>
                <a:spcPts val="0"/>
              </a:spcBef>
              <a:spcAft>
                <a:spcPts val="0"/>
              </a:spcAft>
              <a:buSzPts val="800"/>
              <a:buFont typeface="Arimo"/>
              <a:buNone/>
              <a:defRPr sz="800">
                <a:latin typeface="Arimo"/>
                <a:ea typeface="Arimo"/>
                <a:cs typeface="Arimo"/>
                <a:sym typeface="Arimo"/>
              </a:defRPr>
            </a:lvl3pPr>
            <a:lvl4pPr lvl="3">
              <a:spcBef>
                <a:spcPts val="0"/>
              </a:spcBef>
              <a:spcAft>
                <a:spcPts val="0"/>
              </a:spcAft>
              <a:buSzPts val="800"/>
              <a:buFont typeface="Arimo"/>
              <a:buNone/>
              <a:defRPr sz="800">
                <a:latin typeface="Arimo"/>
                <a:ea typeface="Arimo"/>
                <a:cs typeface="Arimo"/>
                <a:sym typeface="Arimo"/>
              </a:defRPr>
            </a:lvl4pPr>
            <a:lvl5pPr lvl="4">
              <a:spcBef>
                <a:spcPts val="0"/>
              </a:spcBef>
              <a:spcAft>
                <a:spcPts val="0"/>
              </a:spcAft>
              <a:buSzPts val="800"/>
              <a:buFont typeface="Arimo"/>
              <a:buNone/>
              <a:defRPr sz="800">
                <a:latin typeface="Arimo"/>
                <a:ea typeface="Arimo"/>
                <a:cs typeface="Arimo"/>
                <a:sym typeface="Arimo"/>
              </a:defRPr>
            </a:lvl5pPr>
            <a:lvl6pPr lvl="5">
              <a:spcBef>
                <a:spcPts val="0"/>
              </a:spcBef>
              <a:spcAft>
                <a:spcPts val="0"/>
              </a:spcAft>
              <a:buSzPts val="800"/>
              <a:buFont typeface="Arimo"/>
              <a:buNone/>
              <a:defRPr sz="800">
                <a:latin typeface="Arimo"/>
                <a:ea typeface="Arimo"/>
                <a:cs typeface="Arimo"/>
                <a:sym typeface="Arimo"/>
              </a:defRPr>
            </a:lvl6pPr>
            <a:lvl7pPr lvl="6">
              <a:spcBef>
                <a:spcPts val="0"/>
              </a:spcBef>
              <a:spcAft>
                <a:spcPts val="0"/>
              </a:spcAft>
              <a:buSzPts val="800"/>
              <a:buFont typeface="Arimo"/>
              <a:buNone/>
              <a:defRPr sz="800">
                <a:latin typeface="Arimo"/>
                <a:ea typeface="Arimo"/>
                <a:cs typeface="Arimo"/>
                <a:sym typeface="Arimo"/>
              </a:defRPr>
            </a:lvl7pPr>
            <a:lvl8pPr lvl="7">
              <a:spcBef>
                <a:spcPts val="0"/>
              </a:spcBef>
              <a:spcAft>
                <a:spcPts val="0"/>
              </a:spcAft>
              <a:buSzPts val="800"/>
              <a:buFont typeface="Arimo"/>
              <a:buNone/>
              <a:defRPr sz="800">
                <a:latin typeface="Arimo"/>
                <a:ea typeface="Arimo"/>
                <a:cs typeface="Arimo"/>
                <a:sym typeface="Arimo"/>
              </a:defRPr>
            </a:lvl8pPr>
            <a:lvl9pPr lvl="8">
              <a:spcBef>
                <a:spcPts val="0"/>
              </a:spcBef>
              <a:spcAft>
                <a:spcPts val="0"/>
              </a:spcAft>
              <a:buSzPts val="800"/>
              <a:buFont typeface="Arimo"/>
              <a:buNone/>
              <a:defRPr sz="800">
                <a:latin typeface="Arimo"/>
                <a:ea typeface="Arimo"/>
                <a:cs typeface="Arimo"/>
                <a:sym typeface="Arimo"/>
              </a:defRPr>
            </a:lvl9pPr>
          </a:lstStyle>
          <a:p/>
        </p:txBody>
      </p:sp>
      <p:sp>
        <p:nvSpPr>
          <p:cNvPr id="94" name="Google Shape;94;p16"/>
          <p:cNvSpPr txBox="1"/>
          <p:nvPr>
            <p:ph idx="23" type="subTitle"/>
          </p:nvPr>
        </p:nvSpPr>
        <p:spPr>
          <a:xfrm>
            <a:off x="7151050" y="290218"/>
            <a:ext cx="1715400" cy="123000"/>
          </a:xfrm>
          <a:prstGeom prst="rect">
            <a:avLst/>
          </a:prstGeom>
        </p:spPr>
        <p:txBody>
          <a:bodyPr anchorCtr="0" anchor="ctr" bIns="0" lIns="0" spcFirstLastPara="1" rIns="0" wrap="square" tIns="0">
            <a:noAutofit/>
          </a:bodyPr>
          <a:lstStyle>
            <a:lvl1pPr lvl="0" algn="r">
              <a:lnSpc>
                <a:spcPct val="115000"/>
              </a:lnSpc>
              <a:spcBef>
                <a:spcPts val="0"/>
              </a:spcBef>
              <a:spcAft>
                <a:spcPts val="0"/>
              </a:spcAft>
              <a:buClr>
                <a:schemeClr val="lt1"/>
              </a:buClr>
              <a:buSzPts val="1100"/>
              <a:buNone/>
              <a:defRPr sz="800">
                <a:latin typeface="Arimo"/>
                <a:ea typeface="Arimo"/>
                <a:cs typeface="Arimo"/>
                <a:sym typeface="Arimo"/>
              </a:defRPr>
            </a:lvl1pPr>
            <a:lvl2pPr lvl="1" algn="r">
              <a:spcBef>
                <a:spcPts val="0"/>
              </a:spcBef>
              <a:spcAft>
                <a:spcPts val="0"/>
              </a:spcAft>
              <a:buSzPts val="1400"/>
              <a:buFont typeface="Arimo"/>
              <a:buNone/>
              <a:defRPr>
                <a:latin typeface="Arimo"/>
                <a:ea typeface="Arimo"/>
                <a:cs typeface="Arimo"/>
                <a:sym typeface="Arimo"/>
              </a:defRPr>
            </a:lvl2pPr>
            <a:lvl3pPr lvl="2" algn="r">
              <a:spcBef>
                <a:spcPts val="0"/>
              </a:spcBef>
              <a:spcAft>
                <a:spcPts val="0"/>
              </a:spcAft>
              <a:buSzPts val="1400"/>
              <a:buFont typeface="Arimo"/>
              <a:buNone/>
              <a:defRPr>
                <a:latin typeface="Arimo"/>
                <a:ea typeface="Arimo"/>
                <a:cs typeface="Arimo"/>
                <a:sym typeface="Arimo"/>
              </a:defRPr>
            </a:lvl3pPr>
            <a:lvl4pPr lvl="3" algn="r">
              <a:spcBef>
                <a:spcPts val="0"/>
              </a:spcBef>
              <a:spcAft>
                <a:spcPts val="0"/>
              </a:spcAft>
              <a:buSzPts val="1400"/>
              <a:buFont typeface="Arimo"/>
              <a:buNone/>
              <a:defRPr>
                <a:latin typeface="Arimo"/>
                <a:ea typeface="Arimo"/>
                <a:cs typeface="Arimo"/>
                <a:sym typeface="Arimo"/>
              </a:defRPr>
            </a:lvl4pPr>
            <a:lvl5pPr lvl="4" algn="r">
              <a:spcBef>
                <a:spcPts val="0"/>
              </a:spcBef>
              <a:spcAft>
                <a:spcPts val="0"/>
              </a:spcAft>
              <a:buSzPts val="1400"/>
              <a:buFont typeface="Arimo"/>
              <a:buNone/>
              <a:defRPr>
                <a:latin typeface="Arimo"/>
                <a:ea typeface="Arimo"/>
                <a:cs typeface="Arimo"/>
                <a:sym typeface="Arimo"/>
              </a:defRPr>
            </a:lvl5pPr>
            <a:lvl6pPr lvl="5" algn="r">
              <a:spcBef>
                <a:spcPts val="0"/>
              </a:spcBef>
              <a:spcAft>
                <a:spcPts val="0"/>
              </a:spcAft>
              <a:buSzPts val="1400"/>
              <a:buFont typeface="Arimo"/>
              <a:buNone/>
              <a:defRPr>
                <a:latin typeface="Arimo"/>
                <a:ea typeface="Arimo"/>
                <a:cs typeface="Arimo"/>
                <a:sym typeface="Arimo"/>
              </a:defRPr>
            </a:lvl6pPr>
            <a:lvl7pPr lvl="6" algn="r">
              <a:spcBef>
                <a:spcPts val="0"/>
              </a:spcBef>
              <a:spcAft>
                <a:spcPts val="0"/>
              </a:spcAft>
              <a:buSzPts val="1400"/>
              <a:buFont typeface="Arimo"/>
              <a:buNone/>
              <a:defRPr>
                <a:latin typeface="Arimo"/>
                <a:ea typeface="Arimo"/>
                <a:cs typeface="Arimo"/>
                <a:sym typeface="Arimo"/>
              </a:defRPr>
            </a:lvl7pPr>
            <a:lvl8pPr lvl="7" algn="r">
              <a:spcBef>
                <a:spcPts val="0"/>
              </a:spcBef>
              <a:spcAft>
                <a:spcPts val="0"/>
              </a:spcAft>
              <a:buSzPts val="1400"/>
              <a:buFont typeface="Arimo"/>
              <a:buNone/>
              <a:defRPr>
                <a:latin typeface="Arimo"/>
                <a:ea typeface="Arimo"/>
                <a:cs typeface="Arimo"/>
                <a:sym typeface="Arimo"/>
              </a:defRPr>
            </a:lvl8pPr>
            <a:lvl9pPr lvl="8" algn="r">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cards">
  <p:cSld name="CUSTOM_24">
    <p:bg>
      <p:bgPr>
        <a:solidFill>
          <a:schemeClr val="accent5"/>
        </a:solidFill>
      </p:bgPr>
    </p:bg>
    <p:spTree>
      <p:nvGrpSpPr>
        <p:cNvPr id="95" name="Shape 95"/>
        <p:cNvGrpSpPr/>
        <p:nvPr/>
      </p:nvGrpSpPr>
      <p:grpSpPr>
        <a:xfrm>
          <a:off x="0" y="0"/>
          <a:ext cx="0" cy="0"/>
          <a:chOff x="0" y="0"/>
          <a:chExt cx="0" cy="0"/>
        </a:xfrm>
      </p:grpSpPr>
      <p:sp>
        <p:nvSpPr>
          <p:cNvPr id="96" name="Google Shape;96;p17"/>
          <p:cNvSpPr txBox="1"/>
          <p:nvPr>
            <p:ph idx="1" type="subTitle"/>
          </p:nvPr>
        </p:nvSpPr>
        <p:spPr>
          <a:xfrm>
            <a:off x="417936"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7" name="Google Shape;97;p17"/>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8" name="Google Shape;98;p17"/>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9" name="Google Shape;99;p17"/>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100" name="Google Shape;100;p17"/>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101" name="Google Shape;101;p17"/>
          <p:cNvSpPr txBox="1"/>
          <p:nvPr>
            <p:ph idx="6" type="body"/>
          </p:nvPr>
        </p:nvSpPr>
        <p:spPr>
          <a:xfrm>
            <a:off x="417811" y="3433000"/>
            <a:ext cx="1337400" cy="1176900"/>
          </a:xfrm>
          <a:prstGeom prst="rect">
            <a:avLst/>
          </a:prstGeom>
        </p:spPr>
        <p:txBody>
          <a:bodyPr anchorCtr="0" anchor="t" bIns="0" lIns="0" spcFirstLastPara="1" rIns="0" wrap="square" tIns="0">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2" name="Google Shape;102;p17"/>
          <p:cNvSpPr txBox="1"/>
          <p:nvPr>
            <p:ph idx="7" type="body"/>
          </p:nvPr>
        </p:nvSpPr>
        <p:spPr>
          <a:xfrm>
            <a:off x="21673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3" name="Google Shape;103;p17"/>
          <p:cNvSpPr txBox="1"/>
          <p:nvPr>
            <p:ph idx="8" type="body"/>
          </p:nvPr>
        </p:nvSpPr>
        <p:spPr>
          <a:xfrm>
            <a:off x="3903300"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4" name="Google Shape;104;p17"/>
          <p:cNvSpPr txBox="1"/>
          <p:nvPr>
            <p:ph idx="9" type="body"/>
          </p:nvPr>
        </p:nvSpPr>
        <p:spPr>
          <a:xfrm>
            <a:off x="56486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5" name="Google Shape;105;p17"/>
          <p:cNvSpPr txBox="1"/>
          <p:nvPr>
            <p:ph idx="13" type="body"/>
          </p:nvPr>
        </p:nvSpPr>
        <p:spPr>
          <a:xfrm>
            <a:off x="7385291"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6" name="Google Shape;106;p17"/>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7" name="Google Shape;107;p17"/>
          <p:cNvSpPr txBox="1"/>
          <p:nvPr>
            <p:ph idx="1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8" name="Google Shape;108;p1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09" name="Google Shape;109;p1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CUSTOM_25">
    <p:bg>
      <p:bgPr>
        <a:solidFill>
          <a:schemeClr val="accent5"/>
        </a:solidFill>
      </p:bgPr>
    </p:bg>
    <p:spTree>
      <p:nvGrpSpPr>
        <p:cNvPr id="110" name="Shape 110"/>
        <p:cNvGrpSpPr/>
        <p:nvPr/>
      </p:nvGrpSpPr>
      <p:grpSpPr>
        <a:xfrm>
          <a:off x="0" y="0"/>
          <a:ext cx="0" cy="0"/>
          <a:chOff x="0" y="0"/>
          <a:chExt cx="0" cy="0"/>
        </a:xfrm>
      </p:grpSpPr>
      <p:sp>
        <p:nvSpPr>
          <p:cNvPr id="111" name="Google Shape;111;p18"/>
          <p:cNvSpPr/>
          <p:nvPr>
            <p:ph idx="2" type="pic"/>
          </p:nvPr>
        </p:nvSpPr>
        <p:spPr>
          <a:xfrm>
            <a:off x="0" y="0"/>
            <a:ext cx="9144000" cy="5143500"/>
          </a:xfrm>
          <a:prstGeom prst="rect">
            <a:avLst/>
          </a:prstGeom>
          <a:noFill/>
          <a:ln>
            <a:noFill/>
          </a:ln>
        </p:spPr>
      </p:sp>
      <p:sp>
        <p:nvSpPr>
          <p:cNvPr id="112" name="Google Shape;112;p18"/>
          <p:cNvSpPr txBox="1"/>
          <p:nvPr/>
        </p:nvSpPr>
        <p:spPr>
          <a:xfrm>
            <a:off x="277500" y="277500"/>
            <a:ext cx="8589000" cy="10236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t/>
            </a:r>
            <a:endParaRPr sz="3000">
              <a:solidFill>
                <a:schemeClr val="dk1"/>
              </a:solidFill>
              <a:latin typeface="Arimo"/>
              <a:ea typeface="Arimo"/>
              <a:cs typeface="Arimo"/>
              <a:sym typeface="Arimo"/>
            </a:endParaRPr>
          </a:p>
        </p:txBody>
      </p:sp>
      <p:sp>
        <p:nvSpPr>
          <p:cNvPr id="113" name="Google Shape;113;p18"/>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14" name="Google Shape;114;p1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15" name="Google Shape;115;p18"/>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16" name="Google Shape;116;p1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4 steps - Alt 1">
  <p:cSld name="CUSTOM_25_1_1">
    <p:bg>
      <p:bgPr>
        <a:solidFill>
          <a:schemeClr val="accent5"/>
        </a:solidFill>
      </p:bgPr>
    </p:bg>
    <p:spTree>
      <p:nvGrpSpPr>
        <p:cNvPr id="117" name="Shape 117"/>
        <p:cNvGrpSpPr/>
        <p:nvPr/>
      </p:nvGrpSpPr>
      <p:grpSpPr>
        <a:xfrm>
          <a:off x="0" y="0"/>
          <a:ext cx="0" cy="0"/>
          <a:chOff x="0" y="0"/>
          <a:chExt cx="0" cy="0"/>
        </a:xfrm>
      </p:grpSpPr>
      <p:sp>
        <p:nvSpPr>
          <p:cNvPr id="118" name="Google Shape;118;p19"/>
          <p:cNvSpPr txBox="1"/>
          <p:nvPr>
            <p:ph type="title"/>
          </p:nvPr>
        </p:nvSpPr>
        <p:spPr>
          <a:xfrm>
            <a:off x="1969400" y="138075"/>
            <a:ext cx="5217000" cy="885000"/>
          </a:xfrm>
          <a:prstGeom prst="rect">
            <a:avLst/>
          </a:prstGeom>
        </p:spPr>
        <p:txBody>
          <a:bodyPr anchorCtr="0" anchor="t" bIns="0" lIns="0" spcFirstLastPara="1" rIns="0" wrap="square" tIns="91425">
            <a:noAutofit/>
          </a:bodyPr>
          <a:lstStyle>
            <a:lvl1pPr lvl="0" algn="ctr">
              <a:lnSpc>
                <a:spcPct val="100000"/>
              </a:lnSpc>
              <a:spcBef>
                <a:spcPts val="0"/>
              </a:spcBef>
              <a:spcAft>
                <a:spcPts val="0"/>
              </a:spcAft>
              <a:buNone/>
              <a:defRPr sz="2600"/>
            </a:lvl1pPr>
            <a:lvl2pPr lvl="1" algn="ctr">
              <a:lnSpc>
                <a:spcPct val="115000"/>
              </a:lnSpc>
              <a:spcBef>
                <a:spcPts val="0"/>
              </a:spcBef>
              <a:spcAft>
                <a:spcPts val="0"/>
              </a:spcAft>
              <a:buNone/>
              <a:defRPr sz="2600">
                <a:latin typeface="Arimo SemiBold"/>
                <a:ea typeface="Arimo SemiBold"/>
                <a:cs typeface="Arimo SemiBold"/>
                <a:sym typeface="Arimo SemiBold"/>
              </a:defRPr>
            </a:lvl2pPr>
            <a:lvl3pPr lvl="2" algn="ctr">
              <a:lnSpc>
                <a:spcPct val="115000"/>
              </a:lnSpc>
              <a:spcBef>
                <a:spcPts val="0"/>
              </a:spcBef>
              <a:spcAft>
                <a:spcPts val="0"/>
              </a:spcAft>
              <a:buNone/>
              <a:defRPr sz="2600">
                <a:latin typeface="Arimo SemiBold"/>
                <a:ea typeface="Arimo SemiBold"/>
                <a:cs typeface="Arimo SemiBold"/>
                <a:sym typeface="Arimo SemiBold"/>
              </a:defRPr>
            </a:lvl3pPr>
            <a:lvl4pPr lvl="3" algn="ctr">
              <a:lnSpc>
                <a:spcPct val="115000"/>
              </a:lnSpc>
              <a:spcBef>
                <a:spcPts val="0"/>
              </a:spcBef>
              <a:spcAft>
                <a:spcPts val="0"/>
              </a:spcAft>
              <a:buNone/>
              <a:defRPr sz="2600">
                <a:latin typeface="Arimo SemiBold"/>
                <a:ea typeface="Arimo SemiBold"/>
                <a:cs typeface="Arimo SemiBold"/>
                <a:sym typeface="Arimo SemiBold"/>
              </a:defRPr>
            </a:lvl4pPr>
            <a:lvl5pPr lvl="4" algn="ctr">
              <a:lnSpc>
                <a:spcPct val="115000"/>
              </a:lnSpc>
              <a:spcBef>
                <a:spcPts val="0"/>
              </a:spcBef>
              <a:spcAft>
                <a:spcPts val="0"/>
              </a:spcAft>
              <a:buNone/>
              <a:defRPr sz="2600">
                <a:latin typeface="Arimo SemiBold"/>
                <a:ea typeface="Arimo SemiBold"/>
                <a:cs typeface="Arimo SemiBold"/>
                <a:sym typeface="Arimo SemiBold"/>
              </a:defRPr>
            </a:lvl5pPr>
            <a:lvl6pPr lvl="5" algn="ctr">
              <a:lnSpc>
                <a:spcPct val="115000"/>
              </a:lnSpc>
              <a:spcBef>
                <a:spcPts val="0"/>
              </a:spcBef>
              <a:spcAft>
                <a:spcPts val="0"/>
              </a:spcAft>
              <a:buNone/>
              <a:defRPr sz="2600">
                <a:latin typeface="Arimo SemiBold"/>
                <a:ea typeface="Arimo SemiBold"/>
                <a:cs typeface="Arimo SemiBold"/>
                <a:sym typeface="Arimo SemiBold"/>
              </a:defRPr>
            </a:lvl6pPr>
            <a:lvl7pPr lvl="6" algn="ctr">
              <a:lnSpc>
                <a:spcPct val="115000"/>
              </a:lnSpc>
              <a:spcBef>
                <a:spcPts val="0"/>
              </a:spcBef>
              <a:spcAft>
                <a:spcPts val="0"/>
              </a:spcAft>
              <a:buNone/>
              <a:defRPr sz="2600">
                <a:latin typeface="Arimo SemiBold"/>
                <a:ea typeface="Arimo SemiBold"/>
                <a:cs typeface="Arimo SemiBold"/>
                <a:sym typeface="Arimo SemiBold"/>
              </a:defRPr>
            </a:lvl7pPr>
            <a:lvl8pPr lvl="7" algn="ctr">
              <a:lnSpc>
                <a:spcPct val="115000"/>
              </a:lnSpc>
              <a:spcBef>
                <a:spcPts val="0"/>
              </a:spcBef>
              <a:spcAft>
                <a:spcPts val="0"/>
              </a:spcAft>
              <a:buNone/>
              <a:defRPr sz="2600">
                <a:latin typeface="Arimo SemiBold"/>
                <a:ea typeface="Arimo SemiBold"/>
                <a:cs typeface="Arimo SemiBold"/>
                <a:sym typeface="Arimo SemiBold"/>
              </a:defRPr>
            </a:lvl8pPr>
            <a:lvl9pPr lvl="8" algn="ctr">
              <a:lnSpc>
                <a:spcPct val="115000"/>
              </a:lnSpc>
              <a:spcBef>
                <a:spcPts val="0"/>
              </a:spcBef>
              <a:spcAft>
                <a:spcPts val="0"/>
              </a:spcAft>
              <a:buNone/>
              <a:defRPr sz="2600">
                <a:latin typeface="Arimo SemiBold"/>
                <a:ea typeface="Arimo SemiBold"/>
                <a:cs typeface="Arimo SemiBold"/>
                <a:sym typeface="Arimo SemiBold"/>
              </a:defRPr>
            </a:lvl9pPr>
          </a:lstStyle>
          <a:p/>
        </p:txBody>
      </p:sp>
      <p:sp>
        <p:nvSpPr>
          <p:cNvPr id="119" name="Google Shape;119;p1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0" name="Google Shape;120;p1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1" name="Google Shape;121;p1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22" name="Google Shape;122;p19"/>
          <p:cNvSpPr/>
          <p:nvPr>
            <p:ph idx="3" type="pic"/>
          </p:nvPr>
        </p:nvSpPr>
        <p:spPr>
          <a:xfrm>
            <a:off x="3766700" y="873150"/>
            <a:ext cx="1621800" cy="3549600"/>
          </a:xfrm>
          <a:prstGeom prst="roundRect">
            <a:avLst>
              <a:gd fmla="val 10482" name="adj"/>
            </a:avLst>
          </a:prstGeom>
          <a:noFill/>
          <a:ln>
            <a:noFill/>
          </a:ln>
        </p:spPr>
      </p:sp>
      <p:sp>
        <p:nvSpPr>
          <p:cNvPr id="123" name="Google Shape;123;p19"/>
          <p:cNvSpPr/>
          <p:nvPr>
            <p:ph idx="4" type="pic"/>
          </p:nvPr>
        </p:nvSpPr>
        <p:spPr>
          <a:xfrm>
            <a:off x="289100" y="1324475"/>
            <a:ext cx="1563300" cy="2531100"/>
          </a:xfrm>
          <a:prstGeom prst="roundRect">
            <a:avLst>
              <a:gd fmla="val 11947" name="adj"/>
            </a:avLst>
          </a:prstGeom>
          <a:noFill/>
          <a:ln>
            <a:noFill/>
          </a:ln>
        </p:spPr>
      </p:sp>
      <p:sp>
        <p:nvSpPr>
          <p:cNvPr id="124" name="Google Shape;124;p19"/>
          <p:cNvSpPr/>
          <p:nvPr>
            <p:ph idx="5" type="pic"/>
          </p:nvPr>
        </p:nvSpPr>
        <p:spPr>
          <a:xfrm>
            <a:off x="1969400" y="1142650"/>
            <a:ext cx="1563300" cy="2531100"/>
          </a:xfrm>
          <a:prstGeom prst="roundRect">
            <a:avLst>
              <a:gd fmla="val 11947" name="adj"/>
            </a:avLst>
          </a:prstGeom>
          <a:noFill/>
          <a:ln>
            <a:noFill/>
          </a:ln>
        </p:spPr>
      </p:sp>
      <p:sp>
        <p:nvSpPr>
          <p:cNvPr id="125" name="Google Shape;125;p19"/>
          <p:cNvSpPr/>
          <p:nvPr>
            <p:ph idx="6" type="pic"/>
          </p:nvPr>
        </p:nvSpPr>
        <p:spPr>
          <a:xfrm>
            <a:off x="5623125" y="1142650"/>
            <a:ext cx="1563300" cy="2531100"/>
          </a:xfrm>
          <a:prstGeom prst="roundRect">
            <a:avLst>
              <a:gd fmla="val 11947" name="adj"/>
            </a:avLst>
          </a:prstGeom>
          <a:noFill/>
          <a:ln>
            <a:noFill/>
          </a:ln>
        </p:spPr>
      </p:sp>
      <p:sp>
        <p:nvSpPr>
          <p:cNvPr id="126" name="Google Shape;126;p19"/>
          <p:cNvSpPr/>
          <p:nvPr>
            <p:ph idx="7" type="pic"/>
          </p:nvPr>
        </p:nvSpPr>
        <p:spPr>
          <a:xfrm>
            <a:off x="7304050" y="1324475"/>
            <a:ext cx="1563300" cy="2531100"/>
          </a:xfrm>
          <a:prstGeom prst="roundRect">
            <a:avLst>
              <a:gd fmla="val 11947" name="adj"/>
            </a:avLst>
          </a:prstGeom>
          <a:noFill/>
          <a:ln>
            <a:noFill/>
          </a:ln>
        </p:spPr>
      </p:sp>
      <p:sp>
        <p:nvSpPr>
          <p:cNvPr id="127" name="Google Shape;127;p19"/>
          <p:cNvSpPr txBox="1"/>
          <p:nvPr>
            <p:ph idx="8" type="subTitle"/>
          </p:nvPr>
        </p:nvSpPr>
        <p:spPr>
          <a:xfrm>
            <a:off x="378475" y="4261299"/>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28" name="Google Shape;128;p19"/>
          <p:cNvSpPr txBox="1"/>
          <p:nvPr>
            <p:ph idx="9" type="subTitle"/>
          </p:nvPr>
        </p:nvSpPr>
        <p:spPr>
          <a:xfrm>
            <a:off x="378476" y="4562900"/>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29" name="Google Shape;129;p19"/>
          <p:cNvSpPr txBox="1"/>
          <p:nvPr>
            <p:ph idx="13" type="subTitle"/>
          </p:nvPr>
        </p:nvSpPr>
        <p:spPr>
          <a:xfrm>
            <a:off x="2057625" y="4074126"/>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0" name="Google Shape;130;p19"/>
          <p:cNvSpPr txBox="1"/>
          <p:nvPr>
            <p:ph idx="14" type="subTitle"/>
          </p:nvPr>
        </p:nvSpPr>
        <p:spPr>
          <a:xfrm>
            <a:off x="2057625"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31" name="Google Shape;131;p19"/>
          <p:cNvSpPr txBox="1"/>
          <p:nvPr>
            <p:ph idx="15" type="subTitle"/>
          </p:nvPr>
        </p:nvSpPr>
        <p:spPr>
          <a:xfrm>
            <a:off x="5712200" y="4074126"/>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2" name="Google Shape;132;p19"/>
          <p:cNvSpPr txBox="1"/>
          <p:nvPr>
            <p:ph idx="16" type="subTitle"/>
          </p:nvPr>
        </p:nvSpPr>
        <p:spPr>
          <a:xfrm>
            <a:off x="5712200"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33" name="Google Shape;133;p19"/>
          <p:cNvSpPr txBox="1"/>
          <p:nvPr>
            <p:ph idx="17" type="subTitle"/>
          </p:nvPr>
        </p:nvSpPr>
        <p:spPr>
          <a:xfrm>
            <a:off x="7395575" y="4261301"/>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4" name="Google Shape;134;p19"/>
          <p:cNvSpPr txBox="1"/>
          <p:nvPr>
            <p:ph idx="18" type="subTitle"/>
          </p:nvPr>
        </p:nvSpPr>
        <p:spPr>
          <a:xfrm>
            <a:off x="7395575" y="4562900"/>
            <a:ext cx="15042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21_1_1">
    <p:bg>
      <p:bgPr>
        <a:solidFill>
          <a:schemeClr val="accent5"/>
        </a:solidFill>
      </p:bgPr>
    </p:bg>
    <p:spTree>
      <p:nvGrpSpPr>
        <p:cNvPr id="135" name="Shape 135"/>
        <p:cNvGrpSpPr/>
        <p:nvPr/>
      </p:nvGrpSpPr>
      <p:grpSpPr>
        <a:xfrm>
          <a:off x="0" y="0"/>
          <a:ext cx="0" cy="0"/>
          <a:chOff x="0" y="0"/>
          <a:chExt cx="0" cy="0"/>
        </a:xfrm>
      </p:grpSpPr>
      <p:sp>
        <p:nvSpPr>
          <p:cNvPr id="136" name="Google Shape;136;p20"/>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37" name="Google Shape;137;p20"/>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8" name="Google Shape;138;p20"/>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9" name="Google Shape;139;p2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
    <p:bg>
      <p:bgPr>
        <a:solidFill>
          <a:schemeClr val="accent5"/>
        </a:solidFill>
      </p:bgPr>
    </p:bg>
    <p:spTree>
      <p:nvGrpSpPr>
        <p:cNvPr id="140" name="Shape 140"/>
        <p:cNvGrpSpPr/>
        <p:nvPr/>
      </p:nvGrpSpPr>
      <p:grpSpPr>
        <a:xfrm>
          <a:off x="0" y="0"/>
          <a:ext cx="0" cy="0"/>
          <a:chOff x="0" y="0"/>
          <a:chExt cx="0" cy="0"/>
        </a:xfrm>
      </p:grpSpPr>
      <p:pic>
        <p:nvPicPr>
          <p:cNvPr id="141" name="Google Shape;141;p21"/>
          <p:cNvPicPr preferRelativeResize="0"/>
          <p:nvPr/>
        </p:nvPicPr>
        <p:blipFill rotWithShape="1">
          <a:blip r:embed="rId2">
            <a:alphaModFix amt="10000"/>
          </a:blip>
          <a:srcRect b="720" l="1068" r="20" t="592"/>
          <a:stretch/>
        </p:blipFill>
        <p:spPr>
          <a:xfrm>
            <a:off x="277425" y="277650"/>
            <a:ext cx="8588100" cy="4582500"/>
          </a:xfrm>
          <a:prstGeom prst="roundRect">
            <a:avLst>
              <a:gd fmla="val 13460" name="adj"/>
            </a:avLst>
          </a:prstGeom>
          <a:noFill/>
          <a:ln>
            <a:noFill/>
          </a:ln>
        </p:spPr>
      </p:pic>
      <p:sp>
        <p:nvSpPr>
          <p:cNvPr id="142" name="Google Shape;142;p21"/>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143" name="Google Shape;143;p2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accent5"/>
        </a:solidFill>
      </p:bgPr>
    </p:bg>
    <p:spTree>
      <p:nvGrpSpPr>
        <p:cNvPr id="144" name="Shape 144"/>
        <p:cNvGrpSpPr/>
        <p:nvPr/>
      </p:nvGrpSpPr>
      <p:grpSpPr>
        <a:xfrm>
          <a:off x="0" y="0"/>
          <a:ext cx="0" cy="0"/>
          <a:chOff x="0" y="0"/>
          <a:chExt cx="0" cy="0"/>
        </a:xfrm>
      </p:grpSpPr>
      <p:sp>
        <p:nvSpPr>
          <p:cNvPr id="145" name="Google Shape;145;p22"/>
          <p:cNvSpPr txBox="1"/>
          <p:nvPr>
            <p:ph idx="1" type="subTitle"/>
          </p:nvPr>
        </p:nvSpPr>
        <p:spPr>
          <a:xfrm>
            <a:off x="4539825" y="3178291"/>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6" name="Google Shape;146;p22"/>
          <p:cNvSpPr txBox="1"/>
          <p:nvPr>
            <p:ph idx="2" type="subTitle"/>
          </p:nvPr>
        </p:nvSpPr>
        <p:spPr>
          <a:xfrm>
            <a:off x="4539825" y="3792808"/>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7" name="Google Shape;147;p22"/>
          <p:cNvSpPr txBox="1"/>
          <p:nvPr>
            <p:ph idx="3" type="subTitle"/>
          </p:nvPr>
        </p:nvSpPr>
        <p:spPr>
          <a:xfrm>
            <a:off x="4539825" y="4407325"/>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8" name="Google Shape;148;p22"/>
          <p:cNvSpPr txBox="1"/>
          <p:nvPr>
            <p:ph type="title"/>
          </p:nvPr>
        </p:nvSpPr>
        <p:spPr>
          <a:xfrm>
            <a:off x="277425" y="2056225"/>
            <a:ext cx="3541500" cy="2803500"/>
          </a:xfrm>
          <a:prstGeom prst="rect">
            <a:avLst/>
          </a:prstGeom>
        </p:spPr>
        <p:txBody>
          <a:bodyPr anchorCtr="0" anchor="b" bIns="0" lIns="0" spcFirstLastPara="1" rIns="0" wrap="square" tIns="0">
            <a:noAutofit/>
          </a:bodyPr>
          <a:lstStyle>
            <a:lvl1pPr lvl="0">
              <a:spcBef>
                <a:spcPts val="0"/>
              </a:spcBef>
              <a:spcAft>
                <a:spcPts val="0"/>
              </a:spcAft>
              <a:buNone/>
              <a:defRPr sz="5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9" name="Google Shape;149;p22"/>
          <p:cNvSpPr txBox="1"/>
          <p:nvPr>
            <p:ph idx="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0" name="Google Shape;150;p22"/>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1" name="Google Shape;151;p2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CUSTOM_11">
    <p:bg>
      <p:bgPr>
        <a:solidFill>
          <a:schemeClr val="accent5"/>
        </a:solidFill>
      </p:bgPr>
    </p:bg>
    <p:spTree>
      <p:nvGrpSpPr>
        <p:cNvPr id="152" name="Shape 152"/>
        <p:cNvGrpSpPr/>
        <p:nvPr/>
      </p:nvGrpSpPr>
      <p:grpSpPr>
        <a:xfrm>
          <a:off x="0" y="0"/>
          <a:ext cx="0" cy="0"/>
          <a:chOff x="0" y="0"/>
          <a:chExt cx="0" cy="0"/>
        </a:xfrm>
      </p:grpSpPr>
      <p:sp>
        <p:nvSpPr>
          <p:cNvPr id="153" name="Google Shape;153;p23"/>
          <p:cNvSpPr/>
          <p:nvPr>
            <p:ph idx="2" type="pic"/>
          </p:nvPr>
        </p:nvSpPr>
        <p:spPr>
          <a:xfrm>
            <a:off x="7480825" y="734600"/>
            <a:ext cx="1383900" cy="1660200"/>
          </a:xfrm>
          <a:prstGeom prst="roundRect">
            <a:avLst>
              <a:gd fmla="val 11646" name="adj"/>
            </a:avLst>
          </a:prstGeom>
          <a:noFill/>
          <a:ln>
            <a:noFill/>
          </a:ln>
        </p:spPr>
      </p:sp>
      <p:sp>
        <p:nvSpPr>
          <p:cNvPr id="154" name="Google Shape;154;p23"/>
          <p:cNvSpPr/>
          <p:nvPr>
            <p:ph idx="3" type="pic"/>
          </p:nvPr>
        </p:nvSpPr>
        <p:spPr>
          <a:xfrm>
            <a:off x="7480825" y="2521175"/>
            <a:ext cx="1383900" cy="1879200"/>
          </a:xfrm>
          <a:prstGeom prst="roundRect">
            <a:avLst>
              <a:gd fmla="val 11646" name="adj"/>
            </a:avLst>
          </a:prstGeom>
          <a:noFill/>
          <a:ln>
            <a:noFill/>
          </a:ln>
        </p:spPr>
      </p:sp>
      <p:sp>
        <p:nvSpPr>
          <p:cNvPr id="155" name="Google Shape;155;p23"/>
          <p:cNvSpPr/>
          <p:nvPr>
            <p:ph idx="4" type="pic"/>
          </p:nvPr>
        </p:nvSpPr>
        <p:spPr>
          <a:xfrm>
            <a:off x="4665550" y="850900"/>
            <a:ext cx="2589300" cy="3433200"/>
          </a:xfrm>
          <a:prstGeom prst="roundRect">
            <a:avLst>
              <a:gd fmla="val 6330" name="adj"/>
            </a:avLst>
          </a:prstGeom>
          <a:noFill/>
          <a:ln>
            <a:noFill/>
          </a:ln>
        </p:spPr>
      </p:sp>
      <p:sp>
        <p:nvSpPr>
          <p:cNvPr id="156" name="Google Shape;156;p23"/>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57" name="Google Shape;157;p23"/>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58" name="Google Shape;158;p2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9" name="Google Shape;159;p23"/>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0" name="Google Shape;160;p2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11_1">
    <p:bg>
      <p:bgPr>
        <a:solidFill>
          <a:schemeClr val="accent5"/>
        </a:solidFill>
      </p:bgPr>
    </p:bg>
    <p:spTree>
      <p:nvGrpSpPr>
        <p:cNvPr id="161" name="Shape 161"/>
        <p:cNvGrpSpPr/>
        <p:nvPr/>
      </p:nvGrpSpPr>
      <p:grpSpPr>
        <a:xfrm>
          <a:off x="0" y="0"/>
          <a:ext cx="0" cy="0"/>
          <a:chOff x="0" y="0"/>
          <a:chExt cx="0" cy="0"/>
        </a:xfrm>
      </p:grpSpPr>
      <p:sp>
        <p:nvSpPr>
          <p:cNvPr id="162" name="Google Shape;162;p24"/>
          <p:cNvSpPr/>
          <p:nvPr/>
        </p:nvSpPr>
        <p:spPr>
          <a:xfrm>
            <a:off x="6107109" y="582300"/>
            <a:ext cx="2759400" cy="35862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63" name="Google Shape;163;p24"/>
          <p:cNvSpPr/>
          <p:nvPr>
            <p:ph idx="2" type="pic"/>
          </p:nvPr>
        </p:nvSpPr>
        <p:spPr>
          <a:xfrm>
            <a:off x="6220309" y="696000"/>
            <a:ext cx="2532900" cy="3358800"/>
          </a:xfrm>
          <a:prstGeom prst="roundRect">
            <a:avLst>
              <a:gd fmla="val 7223" name="adj"/>
            </a:avLst>
          </a:prstGeom>
          <a:noFill/>
          <a:ln>
            <a:noFill/>
          </a:ln>
        </p:spPr>
      </p:sp>
      <p:sp>
        <p:nvSpPr>
          <p:cNvPr id="164" name="Google Shape;164;p24"/>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65" name="Google Shape;165;p24"/>
          <p:cNvSpPr txBox="1"/>
          <p:nvPr>
            <p:ph idx="3"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66" name="Google Shape;166;p24"/>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7" name="Google Shape;167;p24"/>
          <p:cNvSpPr txBox="1"/>
          <p:nvPr>
            <p:ph idx="4"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8" name="Google Shape;168;p2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
  <p:cSld name="CUSTOM_11_1_1">
    <p:bg>
      <p:bgPr>
        <a:solidFill>
          <a:schemeClr val="accent5"/>
        </a:solidFill>
      </p:bgPr>
    </p:bg>
    <p:spTree>
      <p:nvGrpSpPr>
        <p:cNvPr id="169" name="Shape 169"/>
        <p:cNvGrpSpPr/>
        <p:nvPr/>
      </p:nvGrpSpPr>
      <p:grpSpPr>
        <a:xfrm>
          <a:off x="0" y="0"/>
          <a:ext cx="0" cy="0"/>
          <a:chOff x="0" y="0"/>
          <a:chExt cx="0" cy="0"/>
        </a:xfrm>
      </p:grpSpPr>
      <p:sp>
        <p:nvSpPr>
          <p:cNvPr id="170" name="Google Shape;170;p25"/>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71" name="Google Shape;171;p25"/>
          <p:cNvSpPr txBox="1"/>
          <p:nvPr>
            <p:ph idx="2"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72" name="Google Shape;172;p25"/>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3" name="Google Shape;173;p25"/>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4" name="Google Shape;174;p2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CUSTOM_12">
    <p:bg>
      <p:bgPr>
        <a:solidFill>
          <a:schemeClr val="accent5"/>
        </a:solidFill>
      </p:bgPr>
    </p:bg>
    <p:spTree>
      <p:nvGrpSpPr>
        <p:cNvPr id="175" name="Shape 175"/>
        <p:cNvGrpSpPr/>
        <p:nvPr/>
      </p:nvGrpSpPr>
      <p:grpSpPr>
        <a:xfrm>
          <a:off x="0" y="0"/>
          <a:ext cx="0" cy="0"/>
          <a:chOff x="0" y="0"/>
          <a:chExt cx="0" cy="0"/>
        </a:xfrm>
      </p:grpSpPr>
      <p:sp>
        <p:nvSpPr>
          <p:cNvPr id="176" name="Google Shape;176;p26"/>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77" name="Google Shape;177;p2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8" name="Google Shape;178;p26"/>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9" name="Google Shape;179;p2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80" name="Google Shape;180;p26"/>
          <p:cNvSpPr txBox="1"/>
          <p:nvPr>
            <p:ph idx="3" type="body"/>
          </p:nvPr>
        </p:nvSpPr>
        <p:spPr>
          <a:xfrm>
            <a:off x="495652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81" name="Google Shape;181;p26"/>
          <p:cNvSpPr txBox="1"/>
          <p:nvPr>
            <p:ph idx="4" type="body"/>
          </p:nvPr>
        </p:nvSpPr>
        <p:spPr>
          <a:xfrm>
            <a:off x="38947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82" name="Google Shape;182;p26"/>
          <p:cNvSpPr txBox="1"/>
          <p:nvPr>
            <p:ph idx="5" type="subTitle"/>
          </p:nvPr>
        </p:nvSpPr>
        <p:spPr>
          <a:xfrm>
            <a:off x="47992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83" name="Google Shape;183;p26"/>
          <p:cNvSpPr txBox="1"/>
          <p:nvPr>
            <p:ph idx="6" type="subTitle"/>
          </p:nvPr>
        </p:nvSpPr>
        <p:spPr>
          <a:xfrm>
            <a:off x="486827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CUSTOM_13">
    <p:bg>
      <p:bgPr>
        <a:solidFill>
          <a:schemeClr val="accent5"/>
        </a:solidFill>
      </p:bgPr>
    </p:bg>
    <p:spTree>
      <p:nvGrpSpPr>
        <p:cNvPr id="184" name="Shape 184"/>
        <p:cNvGrpSpPr/>
        <p:nvPr/>
      </p:nvGrpSpPr>
      <p:grpSpPr>
        <a:xfrm>
          <a:off x="0" y="0"/>
          <a:ext cx="0" cy="0"/>
          <a:chOff x="0" y="0"/>
          <a:chExt cx="0" cy="0"/>
        </a:xfrm>
      </p:grpSpPr>
      <p:sp>
        <p:nvSpPr>
          <p:cNvPr id="185" name="Google Shape;185;p27"/>
          <p:cNvSpPr/>
          <p:nvPr>
            <p:ph idx="2" type="pic"/>
          </p:nvPr>
        </p:nvSpPr>
        <p:spPr>
          <a:xfrm>
            <a:off x="502800" y="2080575"/>
            <a:ext cx="603600" cy="603600"/>
          </a:xfrm>
          <a:prstGeom prst="ellipse">
            <a:avLst/>
          </a:prstGeom>
          <a:noFill/>
          <a:ln>
            <a:noFill/>
          </a:ln>
        </p:spPr>
      </p:sp>
      <p:sp>
        <p:nvSpPr>
          <p:cNvPr id="186" name="Google Shape;186;p27"/>
          <p:cNvSpPr/>
          <p:nvPr>
            <p:ph idx="3" type="pic"/>
          </p:nvPr>
        </p:nvSpPr>
        <p:spPr>
          <a:xfrm>
            <a:off x="6334750" y="2080575"/>
            <a:ext cx="603600" cy="603600"/>
          </a:xfrm>
          <a:prstGeom prst="ellipse">
            <a:avLst/>
          </a:prstGeom>
          <a:noFill/>
          <a:ln>
            <a:noFill/>
          </a:ln>
        </p:spPr>
      </p:sp>
      <p:sp>
        <p:nvSpPr>
          <p:cNvPr id="187" name="Google Shape;187;p27"/>
          <p:cNvSpPr/>
          <p:nvPr>
            <p:ph idx="4" type="pic"/>
          </p:nvPr>
        </p:nvSpPr>
        <p:spPr>
          <a:xfrm>
            <a:off x="3418775" y="2080550"/>
            <a:ext cx="603600" cy="603600"/>
          </a:xfrm>
          <a:prstGeom prst="ellipse">
            <a:avLst/>
          </a:prstGeom>
          <a:noFill/>
          <a:ln>
            <a:noFill/>
          </a:ln>
        </p:spPr>
      </p:sp>
      <p:sp>
        <p:nvSpPr>
          <p:cNvPr id="188" name="Google Shape;188;p2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89" name="Google Shape;189;p2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90" name="Google Shape;190;p27"/>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91" name="Google Shape;191;p2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92" name="Google Shape;192;p27"/>
          <p:cNvSpPr txBox="1"/>
          <p:nvPr>
            <p:ph idx="6" type="body"/>
          </p:nvPr>
        </p:nvSpPr>
        <p:spPr>
          <a:xfrm>
            <a:off x="480250"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3" name="Google Shape;193;p27"/>
          <p:cNvSpPr txBox="1"/>
          <p:nvPr>
            <p:ph idx="7" type="body"/>
          </p:nvPr>
        </p:nvSpPr>
        <p:spPr>
          <a:xfrm>
            <a:off x="3422476"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4" name="Google Shape;194;p27"/>
          <p:cNvSpPr txBox="1"/>
          <p:nvPr>
            <p:ph idx="8" type="body"/>
          </p:nvPr>
        </p:nvSpPr>
        <p:spPr>
          <a:xfrm>
            <a:off x="6326625" y="3608000"/>
            <a:ext cx="23172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5" name="Google Shape;195;p27"/>
          <p:cNvSpPr txBox="1"/>
          <p:nvPr>
            <p:ph idx="9" type="subTitle"/>
          </p:nvPr>
        </p:nvSpPr>
        <p:spPr>
          <a:xfrm>
            <a:off x="48025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96" name="Google Shape;196;p27"/>
          <p:cNvSpPr txBox="1"/>
          <p:nvPr>
            <p:ph idx="13" type="subTitle"/>
          </p:nvPr>
        </p:nvSpPr>
        <p:spPr>
          <a:xfrm>
            <a:off x="3422476"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97" name="Google Shape;197;p27"/>
          <p:cNvSpPr txBox="1"/>
          <p:nvPr>
            <p:ph idx="14" type="subTitle"/>
          </p:nvPr>
        </p:nvSpPr>
        <p:spPr>
          <a:xfrm>
            <a:off x="632880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13_1">
    <p:bg>
      <p:bgPr>
        <a:solidFill>
          <a:schemeClr val="accent5"/>
        </a:solidFill>
      </p:bgPr>
    </p:bg>
    <p:spTree>
      <p:nvGrpSpPr>
        <p:cNvPr id="198" name="Shape 198"/>
        <p:cNvGrpSpPr/>
        <p:nvPr/>
      </p:nvGrpSpPr>
      <p:grpSpPr>
        <a:xfrm>
          <a:off x="0" y="0"/>
          <a:ext cx="0" cy="0"/>
          <a:chOff x="0" y="0"/>
          <a:chExt cx="0" cy="0"/>
        </a:xfrm>
      </p:grpSpPr>
      <p:sp>
        <p:nvSpPr>
          <p:cNvPr id="199" name="Google Shape;199;p28"/>
          <p:cNvSpPr/>
          <p:nvPr>
            <p:ph idx="2" type="pic"/>
          </p:nvPr>
        </p:nvSpPr>
        <p:spPr>
          <a:xfrm>
            <a:off x="4644850" y="1299225"/>
            <a:ext cx="1037700" cy="1056300"/>
          </a:xfrm>
          <a:prstGeom prst="roundRect">
            <a:avLst>
              <a:gd fmla="val 12807" name="adj"/>
            </a:avLst>
          </a:prstGeom>
          <a:noFill/>
          <a:ln>
            <a:noFill/>
          </a:ln>
        </p:spPr>
      </p:sp>
      <p:sp>
        <p:nvSpPr>
          <p:cNvPr id="200" name="Google Shape;200;p28"/>
          <p:cNvSpPr/>
          <p:nvPr>
            <p:ph idx="3" type="pic"/>
          </p:nvPr>
        </p:nvSpPr>
        <p:spPr>
          <a:xfrm>
            <a:off x="4644850" y="3642825"/>
            <a:ext cx="1037700" cy="1056300"/>
          </a:xfrm>
          <a:prstGeom prst="roundRect">
            <a:avLst>
              <a:gd fmla="val 12807" name="adj"/>
            </a:avLst>
          </a:prstGeom>
          <a:noFill/>
          <a:ln>
            <a:noFill/>
          </a:ln>
        </p:spPr>
      </p:sp>
      <p:sp>
        <p:nvSpPr>
          <p:cNvPr id="201" name="Google Shape;201;p28"/>
          <p:cNvSpPr/>
          <p:nvPr>
            <p:ph idx="4" type="pic"/>
          </p:nvPr>
        </p:nvSpPr>
        <p:spPr>
          <a:xfrm>
            <a:off x="7828875" y="2471025"/>
            <a:ext cx="1037700" cy="1056300"/>
          </a:xfrm>
          <a:prstGeom prst="roundRect">
            <a:avLst>
              <a:gd fmla="val 12807" name="adj"/>
            </a:avLst>
          </a:prstGeom>
          <a:noFill/>
          <a:ln>
            <a:noFill/>
          </a:ln>
        </p:spPr>
      </p:sp>
      <p:sp>
        <p:nvSpPr>
          <p:cNvPr id="202" name="Google Shape;202;p28"/>
          <p:cNvSpPr/>
          <p:nvPr>
            <p:ph idx="5" type="pic"/>
          </p:nvPr>
        </p:nvSpPr>
        <p:spPr>
          <a:xfrm>
            <a:off x="373175" y="1147525"/>
            <a:ext cx="3579900" cy="3607500"/>
          </a:xfrm>
          <a:prstGeom prst="roundRect">
            <a:avLst>
              <a:gd fmla="val 11548" name="adj"/>
            </a:avLst>
          </a:prstGeom>
          <a:noFill/>
          <a:ln>
            <a:noFill/>
          </a:ln>
        </p:spPr>
      </p:sp>
      <p:sp>
        <p:nvSpPr>
          <p:cNvPr id="203" name="Google Shape;203;p28"/>
          <p:cNvSpPr txBox="1"/>
          <p:nvPr>
            <p:ph type="title"/>
          </p:nvPr>
        </p:nvSpPr>
        <p:spPr>
          <a:xfrm>
            <a:off x="277500" y="416250"/>
            <a:ext cx="8589000" cy="6267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04" name="Google Shape;204;p2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5" name="Google Shape;205;p28"/>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6" name="Google Shape;206;p2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07" name="Google Shape;207;p28"/>
          <p:cNvSpPr txBox="1"/>
          <p:nvPr>
            <p:ph idx="7" type="title"/>
          </p:nvPr>
        </p:nvSpPr>
        <p:spPr>
          <a:xfrm>
            <a:off x="6033800" y="15393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08" name="Google Shape;208;p28"/>
          <p:cNvSpPr txBox="1"/>
          <p:nvPr>
            <p:ph idx="8" type="title"/>
          </p:nvPr>
        </p:nvSpPr>
        <p:spPr>
          <a:xfrm>
            <a:off x="6033800" y="18086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209" name="Google Shape;209;p28"/>
          <p:cNvSpPr txBox="1"/>
          <p:nvPr>
            <p:ph idx="9" type="title"/>
          </p:nvPr>
        </p:nvSpPr>
        <p:spPr>
          <a:xfrm>
            <a:off x="4869750" y="27111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10" name="Google Shape;210;p28"/>
          <p:cNvSpPr txBox="1"/>
          <p:nvPr>
            <p:ph idx="13" type="title"/>
          </p:nvPr>
        </p:nvSpPr>
        <p:spPr>
          <a:xfrm>
            <a:off x="4869750" y="29804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211" name="Google Shape;211;p28"/>
          <p:cNvSpPr txBox="1"/>
          <p:nvPr>
            <p:ph idx="14" type="title"/>
          </p:nvPr>
        </p:nvSpPr>
        <p:spPr>
          <a:xfrm>
            <a:off x="6033800" y="38829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12" name="Google Shape;212;p28"/>
          <p:cNvSpPr txBox="1"/>
          <p:nvPr>
            <p:ph idx="15" type="title"/>
          </p:nvPr>
        </p:nvSpPr>
        <p:spPr>
          <a:xfrm>
            <a:off x="6033800" y="41522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CUSTOM_14">
    <p:bg>
      <p:bgPr>
        <a:solidFill>
          <a:schemeClr val="accent5"/>
        </a:solidFill>
      </p:bgPr>
    </p:bg>
    <p:spTree>
      <p:nvGrpSpPr>
        <p:cNvPr id="213" name="Shape 213"/>
        <p:cNvGrpSpPr/>
        <p:nvPr/>
      </p:nvGrpSpPr>
      <p:grpSpPr>
        <a:xfrm>
          <a:off x="0" y="0"/>
          <a:ext cx="0" cy="0"/>
          <a:chOff x="0" y="0"/>
          <a:chExt cx="0" cy="0"/>
        </a:xfrm>
      </p:grpSpPr>
      <p:sp>
        <p:nvSpPr>
          <p:cNvPr id="214" name="Google Shape;214;p29"/>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15" name="Google Shape;215;p2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16" name="Google Shape;216;p2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17" name="Google Shape;217;p2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18" name="Google Shape;218;p29"/>
          <p:cNvSpPr txBox="1"/>
          <p:nvPr>
            <p:ph idx="3" type="body"/>
          </p:nvPr>
        </p:nvSpPr>
        <p:spPr>
          <a:xfrm>
            <a:off x="22669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19" name="Google Shape;219;p29"/>
          <p:cNvSpPr txBox="1"/>
          <p:nvPr>
            <p:ph idx="4" type="body"/>
          </p:nvPr>
        </p:nvSpPr>
        <p:spPr>
          <a:xfrm>
            <a:off x="40068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0" name="Google Shape;220;p29"/>
          <p:cNvSpPr txBox="1"/>
          <p:nvPr>
            <p:ph idx="5" type="body"/>
          </p:nvPr>
        </p:nvSpPr>
        <p:spPr>
          <a:xfrm>
            <a:off x="57482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1" name="Google Shape;221;p29"/>
          <p:cNvSpPr txBox="1"/>
          <p:nvPr>
            <p:ph idx="6" type="body"/>
          </p:nvPr>
        </p:nvSpPr>
        <p:spPr>
          <a:xfrm>
            <a:off x="74507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2" name="Google Shape;222;p29"/>
          <p:cNvSpPr txBox="1"/>
          <p:nvPr>
            <p:ph idx="7" type="subTitle"/>
          </p:nvPr>
        </p:nvSpPr>
        <p:spPr>
          <a:xfrm>
            <a:off x="22670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3" name="Google Shape;223;p29"/>
          <p:cNvSpPr txBox="1"/>
          <p:nvPr>
            <p:ph idx="8" type="subTitle"/>
          </p:nvPr>
        </p:nvSpPr>
        <p:spPr>
          <a:xfrm>
            <a:off x="4006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4" name="Google Shape;224;p29"/>
          <p:cNvSpPr txBox="1"/>
          <p:nvPr>
            <p:ph idx="9" type="subTitle"/>
          </p:nvPr>
        </p:nvSpPr>
        <p:spPr>
          <a:xfrm>
            <a:off x="57475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5" name="Google Shape;225;p29"/>
          <p:cNvSpPr txBox="1"/>
          <p:nvPr>
            <p:ph idx="13" type="subTitle"/>
          </p:nvPr>
        </p:nvSpPr>
        <p:spPr>
          <a:xfrm>
            <a:off x="7488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image">
  <p:cSld name="CUSTOM_15">
    <p:bg>
      <p:bgPr>
        <a:solidFill>
          <a:schemeClr val="accent5"/>
        </a:solidFill>
      </p:bgPr>
    </p:bg>
    <p:spTree>
      <p:nvGrpSpPr>
        <p:cNvPr id="226" name="Shape 226"/>
        <p:cNvGrpSpPr/>
        <p:nvPr/>
      </p:nvGrpSpPr>
      <p:grpSpPr>
        <a:xfrm>
          <a:off x="0" y="0"/>
          <a:ext cx="0" cy="0"/>
          <a:chOff x="0" y="0"/>
          <a:chExt cx="0" cy="0"/>
        </a:xfrm>
      </p:grpSpPr>
      <p:sp>
        <p:nvSpPr>
          <p:cNvPr id="227" name="Google Shape;227;p30"/>
          <p:cNvSpPr txBox="1"/>
          <p:nvPr>
            <p:ph type="title"/>
          </p:nvPr>
        </p:nvSpPr>
        <p:spPr>
          <a:xfrm>
            <a:off x="5321925" y="506100"/>
            <a:ext cx="3544500" cy="5793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28" name="Google Shape;228;p30"/>
          <p:cNvSpPr/>
          <p:nvPr>
            <p:ph idx="2" type="pic"/>
          </p:nvPr>
        </p:nvSpPr>
        <p:spPr>
          <a:xfrm>
            <a:off x="392100" y="411300"/>
            <a:ext cx="4297500" cy="4333200"/>
          </a:xfrm>
          <a:prstGeom prst="roundRect">
            <a:avLst>
              <a:gd fmla="val 12298" name="adj"/>
            </a:avLst>
          </a:prstGeom>
          <a:noFill/>
          <a:ln>
            <a:noFill/>
          </a:ln>
        </p:spPr>
      </p:sp>
      <p:sp>
        <p:nvSpPr>
          <p:cNvPr id="229" name="Google Shape;229;p30"/>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30" name="Google Shape;230;p3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p:cSld name="CUSTOM_17_1">
    <p:bg>
      <p:bgPr>
        <a:solidFill>
          <a:schemeClr val="accent5"/>
        </a:solidFill>
      </p:bgPr>
    </p:bg>
    <p:spTree>
      <p:nvGrpSpPr>
        <p:cNvPr id="231" name="Shape 231"/>
        <p:cNvGrpSpPr/>
        <p:nvPr/>
      </p:nvGrpSpPr>
      <p:grpSpPr>
        <a:xfrm>
          <a:off x="0" y="0"/>
          <a:ext cx="0" cy="0"/>
          <a:chOff x="0" y="0"/>
          <a:chExt cx="0" cy="0"/>
        </a:xfrm>
      </p:grpSpPr>
      <p:sp>
        <p:nvSpPr>
          <p:cNvPr id="232" name="Google Shape;232;p31"/>
          <p:cNvSpPr txBox="1"/>
          <p:nvPr>
            <p:ph idx="1" type="subTitle"/>
          </p:nvPr>
        </p:nvSpPr>
        <p:spPr>
          <a:xfrm>
            <a:off x="2775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33" name="Google Shape;233;p31"/>
          <p:cNvSpPr/>
          <p:nvPr>
            <p:ph idx="2" type="pic"/>
          </p:nvPr>
        </p:nvSpPr>
        <p:spPr>
          <a:xfrm>
            <a:off x="289100" y="1685250"/>
            <a:ext cx="1751100" cy="1773000"/>
          </a:xfrm>
          <a:prstGeom prst="roundRect">
            <a:avLst>
              <a:gd fmla="val 11894" name="adj"/>
            </a:avLst>
          </a:prstGeom>
          <a:noFill/>
          <a:ln>
            <a:noFill/>
          </a:ln>
        </p:spPr>
      </p:sp>
      <p:sp>
        <p:nvSpPr>
          <p:cNvPr id="234" name="Google Shape;234;p31"/>
          <p:cNvSpPr/>
          <p:nvPr>
            <p:ph idx="3" type="pic"/>
          </p:nvPr>
        </p:nvSpPr>
        <p:spPr>
          <a:xfrm>
            <a:off x="2152200" y="1685250"/>
            <a:ext cx="1751100" cy="1773000"/>
          </a:xfrm>
          <a:prstGeom prst="roundRect">
            <a:avLst>
              <a:gd fmla="val 11894" name="adj"/>
            </a:avLst>
          </a:prstGeom>
          <a:noFill/>
          <a:ln>
            <a:noFill/>
          </a:ln>
        </p:spPr>
      </p:sp>
      <p:sp>
        <p:nvSpPr>
          <p:cNvPr id="235" name="Google Shape;235;p31"/>
          <p:cNvSpPr/>
          <p:nvPr>
            <p:ph idx="4" type="pic"/>
          </p:nvPr>
        </p:nvSpPr>
        <p:spPr>
          <a:xfrm>
            <a:off x="4015300" y="1685250"/>
            <a:ext cx="1751100" cy="1773000"/>
          </a:xfrm>
          <a:prstGeom prst="roundRect">
            <a:avLst>
              <a:gd fmla="val 11894" name="adj"/>
            </a:avLst>
          </a:prstGeom>
          <a:noFill/>
          <a:ln>
            <a:noFill/>
          </a:ln>
        </p:spPr>
      </p:sp>
      <p:sp>
        <p:nvSpPr>
          <p:cNvPr id="236" name="Google Shape;236;p31"/>
          <p:cNvSpPr/>
          <p:nvPr>
            <p:ph idx="5" type="pic"/>
          </p:nvPr>
        </p:nvSpPr>
        <p:spPr>
          <a:xfrm>
            <a:off x="5866250" y="1685250"/>
            <a:ext cx="1751100" cy="1773000"/>
          </a:xfrm>
          <a:prstGeom prst="roundRect">
            <a:avLst>
              <a:gd fmla="val 11894" name="adj"/>
            </a:avLst>
          </a:prstGeom>
          <a:noFill/>
          <a:ln>
            <a:noFill/>
          </a:ln>
        </p:spPr>
      </p:sp>
      <p:sp>
        <p:nvSpPr>
          <p:cNvPr id="237" name="Google Shape;237;p31"/>
          <p:cNvSpPr txBox="1"/>
          <p:nvPr>
            <p:ph idx="6" type="body"/>
          </p:nvPr>
        </p:nvSpPr>
        <p:spPr>
          <a:xfrm>
            <a:off x="2775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SzPts val="900"/>
              <a:buChar char="●"/>
              <a:defRPr sz="800"/>
            </a:lvl1pPr>
            <a:lvl2pPr indent="-285750" lvl="1" marL="914400">
              <a:lnSpc>
                <a:spcPct val="115000"/>
              </a:lnSpc>
              <a:spcBef>
                <a:spcPts val="800"/>
              </a:spcBef>
              <a:spcAft>
                <a:spcPts val="0"/>
              </a:spcAft>
              <a:buSzPts val="900"/>
              <a:buChar char="○"/>
              <a:defRPr sz="900"/>
            </a:lvl2pPr>
            <a:lvl3pPr indent="-285750" lvl="2" marL="1371600">
              <a:lnSpc>
                <a:spcPct val="115000"/>
              </a:lnSpc>
              <a:spcBef>
                <a:spcPts val="800"/>
              </a:spcBef>
              <a:spcAft>
                <a:spcPts val="0"/>
              </a:spcAft>
              <a:buSzPts val="900"/>
              <a:buChar char="■"/>
              <a:defRPr sz="900"/>
            </a:lvl3pPr>
            <a:lvl4pPr indent="-285750" lvl="3" marL="1828800">
              <a:lnSpc>
                <a:spcPct val="115000"/>
              </a:lnSpc>
              <a:spcBef>
                <a:spcPts val="800"/>
              </a:spcBef>
              <a:spcAft>
                <a:spcPts val="0"/>
              </a:spcAft>
              <a:buSzPts val="900"/>
              <a:buChar char="●"/>
              <a:defRPr sz="900"/>
            </a:lvl4pPr>
            <a:lvl5pPr indent="-285750" lvl="4" marL="2286000">
              <a:lnSpc>
                <a:spcPct val="115000"/>
              </a:lnSpc>
              <a:spcBef>
                <a:spcPts val="800"/>
              </a:spcBef>
              <a:spcAft>
                <a:spcPts val="0"/>
              </a:spcAft>
              <a:buSzPts val="900"/>
              <a:buChar char="○"/>
              <a:defRPr sz="900"/>
            </a:lvl5pPr>
            <a:lvl6pPr indent="-285750" lvl="5" marL="2743200">
              <a:lnSpc>
                <a:spcPct val="115000"/>
              </a:lnSpc>
              <a:spcBef>
                <a:spcPts val="800"/>
              </a:spcBef>
              <a:spcAft>
                <a:spcPts val="0"/>
              </a:spcAft>
              <a:buSzPts val="900"/>
              <a:buChar char="■"/>
              <a:defRPr sz="900"/>
            </a:lvl6pPr>
            <a:lvl7pPr indent="-285750" lvl="6" marL="3200400">
              <a:lnSpc>
                <a:spcPct val="115000"/>
              </a:lnSpc>
              <a:spcBef>
                <a:spcPts val="800"/>
              </a:spcBef>
              <a:spcAft>
                <a:spcPts val="0"/>
              </a:spcAft>
              <a:buSzPts val="900"/>
              <a:buChar char="●"/>
              <a:defRPr sz="900"/>
            </a:lvl7pPr>
            <a:lvl8pPr indent="-285750" lvl="7" marL="3657600">
              <a:lnSpc>
                <a:spcPct val="115000"/>
              </a:lnSpc>
              <a:spcBef>
                <a:spcPts val="800"/>
              </a:spcBef>
              <a:spcAft>
                <a:spcPts val="0"/>
              </a:spcAft>
              <a:buSzPts val="900"/>
              <a:buChar char="○"/>
              <a:defRPr sz="900"/>
            </a:lvl8pPr>
            <a:lvl9pPr indent="-285750" lvl="8" marL="4114800">
              <a:lnSpc>
                <a:spcPct val="115000"/>
              </a:lnSpc>
              <a:spcBef>
                <a:spcPts val="800"/>
              </a:spcBef>
              <a:spcAft>
                <a:spcPts val="800"/>
              </a:spcAft>
              <a:buSzPts val="900"/>
              <a:buChar char="■"/>
              <a:defRPr sz="900"/>
            </a:lvl9pPr>
          </a:lstStyle>
          <a:p/>
        </p:txBody>
      </p:sp>
      <p:sp>
        <p:nvSpPr>
          <p:cNvPr id="238" name="Google Shape;238;p31"/>
          <p:cNvSpPr txBox="1"/>
          <p:nvPr>
            <p:ph idx="7" type="subTitle"/>
          </p:nvPr>
        </p:nvSpPr>
        <p:spPr>
          <a:xfrm>
            <a:off x="21481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39" name="Google Shape;239;p31"/>
          <p:cNvSpPr txBox="1"/>
          <p:nvPr>
            <p:ph idx="8" type="body"/>
          </p:nvPr>
        </p:nvSpPr>
        <p:spPr>
          <a:xfrm>
            <a:off x="21481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0" name="Google Shape;240;p31"/>
          <p:cNvSpPr txBox="1"/>
          <p:nvPr>
            <p:ph idx="9" type="subTitle"/>
          </p:nvPr>
        </p:nvSpPr>
        <p:spPr>
          <a:xfrm>
            <a:off x="40188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1" name="Google Shape;241;p31"/>
          <p:cNvSpPr txBox="1"/>
          <p:nvPr>
            <p:ph idx="13" type="body"/>
          </p:nvPr>
        </p:nvSpPr>
        <p:spPr>
          <a:xfrm>
            <a:off x="40188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2" name="Google Shape;242;p31"/>
          <p:cNvSpPr txBox="1"/>
          <p:nvPr>
            <p:ph idx="14" type="subTitle"/>
          </p:nvPr>
        </p:nvSpPr>
        <p:spPr>
          <a:xfrm>
            <a:off x="58536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3" name="Google Shape;243;p31"/>
          <p:cNvSpPr txBox="1"/>
          <p:nvPr>
            <p:ph idx="15" type="body"/>
          </p:nvPr>
        </p:nvSpPr>
        <p:spPr>
          <a:xfrm>
            <a:off x="58536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4" name="Google Shape;244;p31"/>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45" name="Google Shape;245;p31"/>
          <p:cNvSpPr txBox="1"/>
          <p:nvPr>
            <p:ph idx="16"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6" name="Google Shape;246;p31"/>
          <p:cNvSpPr txBox="1"/>
          <p:nvPr>
            <p:ph idx="17"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7" name="Google Shape;247;p3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
    <p:bg>
      <p:bgPr>
        <a:solidFill>
          <a:schemeClr val="accent5"/>
        </a:solidFill>
      </p:bgPr>
    </p:bg>
    <p:spTree>
      <p:nvGrpSpPr>
        <p:cNvPr id="248" name="Shape 248"/>
        <p:cNvGrpSpPr/>
        <p:nvPr/>
      </p:nvGrpSpPr>
      <p:grpSpPr>
        <a:xfrm>
          <a:off x="0" y="0"/>
          <a:ext cx="0" cy="0"/>
          <a:chOff x="0" y="0"/>
          <a:chExt cx="0" cy="0"/>
        </a:xfrm>
      </p:grpSpPr>
      <p:sp>
        <p:nvSpPr>
          <p:cNvPr id="249" name="Google Shape;249;p32"/>
          <p:cNvSpPr/>
          <p:nvPr>
            <p:ph idx="2" type="pic"/>
          </p:nvPr>
        </p:nvSpPr>
        <p:spPr>
          <a:xfrm>
            <a:off x="392100" y="411300"/>
            <a:ext cx="4915800" cy="4333200"/>
          </a:xfrm>
          <a:prstGeom prst="roundRect">
            <a:avLst>
              <a:gd fmla="val 11160" name="adj"/>
            </a:avLst>
          </a:prstGeom>
          <a:noFill/>
          <a:ln>
            <a:noFill/>
          </a:ln>
        </p:spPr>
      </p:sp>
      <p:sp>
        <p:nvSpPr>
          <p:cNvPr id="250" name="Google Shape;250;p32"/>
          <p:cNvSpPr txBox="1"/>
          <p:nvPr>
            <p:ph type="title"/>
          </p:nvPr>
        </p:nvSpPr>
        <p:spPr>
          <a:xfrm>
            <a:off x="60451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51" name="Google Shape;251;p32"/>
          <p:cNvSpPr txBox="1"/>
          <p:nvPr>
            <p:ph idx="3" type="title"/>
          </p:nvPr>
        </p:nvSpPr>
        <p:spPr>
          <a:xfrm>
            <a:off x="60451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52" name="Google Shape;252;p32"/>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53" name="Google Shape;253;p3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extLst>
    <p:ext uri="{DCECCB84-F9BA-43D5-87BE-67443E8EF086}">
      <p15:sldGuideLst>
        <p15:guide id="1" pos="2653">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characteristics">
  <p:cSld name="CUSTOM_19_2">
    <p:bg>
      <p:bgPr>
        <a:solidFill>
          <a:schemeClr val="accent5"/>
        </a:solidFill>
      </p:bgPr>
    </p:bg>
    <p:spTree>
      <p:nvGrpSpPr>
        <p:cNvPr id="254" name="Shape 254"/>
        <p:cNvGrpSpPr/>
        <p:nvPr/>
      </p:nvGrpSpPr>
      <p:grpSpPr>
        <a:xfrm>
          <a:off x="0" y="0"/>
          <a:ext cx="0" cy="0"/>
          <a:chOff x="0" y="0"/>
          <a:chExt cx="0" cy="0"/>
        </a:xfrm>
      </p:grpSpPr>
      <p:sp>
        <p:nvSpPr>
          <p:cNvPr id="255" name="Google Shape;255;p33"/>
          <p:cNvSpPr/>
          <p:nvPr/>
        </p:nvSpPr>
        <p:spPr>
          <a:xfrm>
            <a:off x="6766675" y="282250"/>
            <a:ext cx="2099700" cy="3008100"/>
          </a:xfrm>
          <a:prstGeom prst="roundRect">
            <a:avLst>
              <a:gd fmla="val 1195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56" name="Google Shape;256;p33"/>
          <p:cNvSpPr/>
          <p:nvPr/>
        </p:nvSpPr>
        <p:spPr>
          <a:xfrm>
            <a:off x="277425" y="3414025"/>
            <a:ext cx="3513600" cy="1447800"/>
          </a:xfrm>
          <a:prstGeom prst="roundRect">
            <a:avLst>
              <a:gd fmla="val 156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57" name="Google Shape;257;p33"/>
          <p:cNvSpPr/>
          <p:nvPr/>
        </p:nvSpPr>
        <p:spPr>
          <a:xfrm>
            <a:off x="5298000" y="1843500"/>
            <a:ext cx="1350600" cy="1447800"/>
          </a:xfrm>
          <a:prstGeom prst="roundRect">
            <a:avLst>
              <a:gd fmla="val 20704"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258" name="Google Shape;258;p33"/>
          <p:cNvSpPr/>
          <p:nvPr/>
        </p:nvSpPr>
        <p:spPr>
          <a:xfrm rot="-5400000">
            <a:off x="5577475" y="2049100"/>
            <a:ext cx="566700" cy="8673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259" name="Google Shape;259;p33"/>
          <p:cNvSpPr/>
          <p:nvPr/>
        </p:nvSpPr>
        <p:spPr>
          <a:xfrm>
            <a:off x="5426850" y="2194075"/>
            <a:ext cx="1092900" cy="5736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solidFill>
                <a:schemeClr val="lt2"/>
              </a:solidFill>
              <a:latin typeface="Arimo"/>
              <a:ea typeface="Arimo"/>
              <a:cs typeface="Arimo"/>
              <a:sym typeface="Arimo"/>
            </a:endParaRPr>
          </a:p>
        </p:txBody>
      </p:sp>
      <p:sp>
        <p:nvSpPr>
          <p:cNvPr id="260" name="Google Shape;260;p33"/>
          <p:cNvSpPr/>
          <p:nvPr>
            <p:ph idx="2" type="pic"/>
          </p:nvPr>
        </p:nvSpPr>
        <p:spPr>
          <a:xfrm>
            <a:off x="3910200" y="3408075"/>
            <a:ext cx="3486300" cy="1447800"/>
          </a:xfrm>
          <a:prstGeom prst="roundRect">
            <a:avLst>
              <a:gd fmla="val 16397" name="adj"/>
            </a:avLst>
          </a:prstGeom>
          <a:noFill/>
          <a:ln>
            <a:noFill/>
          </a:ln>
        </p:spPr>
      </p:sp>
      <p:sp>
        <p:nvSpPr>
          <p:cNvPr id="261" name="Google Shape;261;p33"/>
          <p:cNvSpPr/>
          <p:nvPr>
            <p:ph idx="3" type="pic"/>
          </p:nvPr>
        </p:nvSpPr>
        <p:spPr>
          <a:xfrm>
            <a:off x="277500" y="277500"/>
            <a:ext cx="2765700" cy="3013800"/>
          </a:xfrm>
          <a:prstGeom prst="roundRect">
            <a:avLst>
              <a:gd fmla="val 8721" name="adj"/>
            </a:avLst>
          </a:prstGeom>
          <a:noFill/>
          <a:ln>
            <a:noFill/>
          </a:ln>
        </p:spPr>
      </p:sp>
      <p:sp>
        <p:nvSpPr>
          <p:cNvPr id="262" name="Google Shape;262;p33"/>
          <p:cNvSpPr/>
          <p:nvPr>
            <p:ph idx="4" type="pic"/>
          </p:nvPr>
        </p:nvSpPr>
        <p:spPr>
          <a:xfrm>
            <a:off x="3161225" y="277500"/>
            <a:ext cx="1350600" cy="1447800"/>
          </a:xfrm>
          <a:prstGeom prst="roundRect">
            <a:avLst>
              <a:gd fmla="val 15267" name="adj"/>
            </a:avLst>
          </a:prstGeom>
          <a:noFill/>
          <a:ln>
            <a:noFill/>
          </a:ln>
        </p:spPr>
      </p:sp>
      <p:sp>
        <p:nvSpPr>
          <p:cNvPr id="263" name="Google Shape;263;p33"/>
          <p:cNvSpPr/>
          <p:nvPr>
            <p:ph idx="5" type="pic"/>
          </p:nvPr>
        </p:nvSpPr>
        <p:spPr>
          <a:xfrm>
            <a:off x="6883575" y="399550"/>
            <a:ext cx="1866000" cy="2775000"/>
          </a:xfrm>
          <a:prstGeom prst="roundRect">
            <a:avLst>
              <a:gd fmla="val 9097" name="adj"/>
            </a:avLst>
          </a:prstGeom>
          <a:noFill/>
          <a:ln>
            <a:noFill/>
          </a:ln>
        </p:spPr>
      </p:sp>
      <p:sp>
        <p:nvSpPr>
          <p:cNvPr id="264" name="Google Shape;264;p33"/>
          <p:cNvSpPr/>
          <p:nvPr>
            <p:ph idx="6" type="pic"/>
          </p:nvPr>
        </p:nvSpPr>
        <p:spPr>
          <a:xfrm>
            <a:off x="7516025" y="3407700"/>
            <a:ext cx="1350600" cy="1447800"/>
          </a:xfrm>
          <a:prstGeom prst="roundRect">
            <a:avLst>
              <a:gd fmla="val 16397" name="adj"/>
            </a:avLst>
          </a:prstGeom>
          <a:noFill/>
          <a:ln>
            <a:noFill/>
          </a:ln>
        </p:spPr>
      </p:sp>
      <p:sp>
        <p:nvSpPr>
          <p:cNvPr id="265" name="Google Shape;265;p33"/>
          <p:cNvSpPr/>
          <p:nvPr>
            <p:ph idx="7" type="pic"/>
          </p:nvPr>
        </p:nvSpPr>
        <p:spPr>
          <a:xfrm>
            <a:off x="394425" y="3528475"/>
            <a:ext cx="3279600" cy="1218900"/>
          </a:xfrm>
          <a:prstGeom prst="roundRect">
            <a:avLst>
              <a:gd fmla="val 11412" name="adj"/>
            </a:avLst>
          </a:prstGeom>
          <a:noFill/>
          <a:ln>
            <a:noFill/>
          </a:ln>
        </p:spPr>
      </p:sp>
      <p:sp>
        <p:nvSpPr>
          <p:cNvPr id="266" name="Google Shape;266;p33"/>
          <p:cNvSpPr/>
          <p:nvPr/>
        </p:nvSpPr>
        <p:spPr>
          <a:xfrm>
            <a:off x="3161225" y="1842600"/>
            <a:ext cx="2018700" cy="14478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67" name="Google Shape;267;p33"/>
          <p:cNvSpPr/>
          <p:nvPr/>
        </p:nvSpPr>
        <p:spPr>
          <a:xfrm>
            <a:off x="4629850" y="279301"/>
            <a:ext cx="2018700" cy="1447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cxnSp>
        <p:nvCxnSpPr>
          <p:cNvPr id="268" name="Google Shape;268;p33"/>
          <p:cNvCxnSpPr>
            <a:stCxn id="266" idx="1"/>
            <a:endCxn id="266" idx="3"/>
          </p:cNvCxnSpPr>
          <p:nvPr/>
        </p:nvCxnSpPr>
        <p:spPr>
          <a:xfrm>
            <a:off x="3161225" y="2566500"/>
            <a:ext cx="2018700" cy="0"/>
          </a:xfrm>
          <a:prstGeom prst="straightConnector1">
            <a:avLst/>
          </a:prstGeom>
          <a:noFill/>
          <a:ln cap="flat" cmpd="sng" w="9525">
            <a:solidFill>
              <a:schemeClr val="accent3"/>
            </a:solidFill>
            <a:prstDash val="solid"/>
            <a:round/>
            <a:headEnd len="med" w="med" type="none"/>
            <a:tailEnd len="med" w="med" type="none"/>
          </a:ln>
        </p:spPr>
      </p:cxnSp>
      <p:sp>
        <p:nvSpPr>
          <p:cNvPr id="269" name="Google Shape;269;p33"/>
          <p:cNvSpPr txBox="1"/>
          <p:nvPr>
            <p:ph idx="1" type="subTitle"/>
          </p:nvPr>
        </p:nvSpPr>
        <p:spPr>
          <a:xfrm>
            <a:off x="394425" y="4055150"/>
            <a:ext cx="3279600" cy="573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a:solidFill>
                  <a:schemeClr val="lt1"/>
                </a:solidFill>
                <a:latin typeface="Arimo"/>
                <a:ea typeface="Arimo"/>
                <a:cs typeface="Arimo"/>
                <a:sym typeface="Arimo"/>
              </a:defRPr>
            </a:lvl1pPr>
            <a:lvl2pPr lvl="1">
              <a:lnSpc>
                <a:spcPct val="90000"/>
              </a:lnSpc>
              <a:spcBef>
                <a:spcPts val="0"/>
              </a:spcBef>
              <a:spcAft>
                <a:spcPts val="0"/>
              </a:spcAft>
              <a:buNone/>
              <a:defRPr sz="1500">
                <a:solidFill>
                  <a:schemeClr val="lt1"/>
                </a:solidFill>
                <a:latin typeface="Arimo"/>
                <a:ea typeface="Arimo"/>
                <a:cs typeface="Arimo"/>
                <a:sym typeface="Arimo"/>
              </a:defRPr>
            </a:lvl2pPr>
            <a:lvl3pPr lvl="2">
              <a:lnSpc>
                <a:spcPct val="90000"/>
              </a:lnSpc>
              <a:spcBef>
                <a:spcPts val="0"/>
              </a:spcBef>
              <a:spcAft>
                <a:spcPts val="0"/>
              </a:spcAft>
              <a:buNone/>
              <a:defRPr sz="1500">
                <a:solidFill>
                  <a:schemeClr val="lt1"/>
                </a:solidFill>
                <a:latin typeface="Arimo"/>
                <a:ea typeface="Arimo"/>
                <a:cs typeface="Arimo"/>
                <a:sym typeface="Arimo"/>
              </a:defRPr>
            </a:lvl3pPr>
            <a:lvl4pPr lvl="3">
              <a:lnSpc>
                <a:spcPct val="90000"/>
              </a:lnSpc>
              <a:spcBef>
                <a:spcPts val="0"/>
              </a:spcBef>
              <a:spcAft>
                <a:spcPts val="0"/>
              </a:spcAft>
              <a:buNone/>
              <a:defRPr sz="1500">
                <a:solidFill>
                  <a:schemeClr val="lt1"/>
                </a:solidFill>
                <a:latin typeface="Arimo"/>
                <a:ea typeface="Arimo"/>
                <a:cs typeface="Arimo"/>
                <a:sym typeface="Arimo"/>
              </a:defRPr>
            </a:lvl4pPr>
            <a:lvl5pPr lvl="4">
              <a:lnSpc>
                <a:spcPct val="90000"/>
              </a:lnSpc>
              <a:spcBef>
                <a:spcPts val="0"/>
              </a:spcBef>
              <a:spcAft>
                <a:spcPts val="0"/>
              </a:spcAft>
              <a:buNone/>
              <a:defRPr sz="1500">
                <a:solidFill>
                  <a:schemeClr val="lt1"/>
                </a:solidFill>
                <a:latin typeface="Arimo"/>
                <a:ea typeface="Arimo"/>
                <a:cs typeface="Arimo"/>
                <a:sym typeface="Arimo"/>
              </a:defRPr>
            </a:lvl5pPr>
            <a:lvl6pPr lvl="5">
              <a:lnSpc>
                <a:spcPct val="90000"/>
              </a:lnSpc>
              <a:spcBef>
                <a:spcPts val="0"/>
              </a:spcBef>
              <a:spcAft>
                <a:spcPts val="0"/>
              </a:spcAft>
              <a:buNone/>
              <a:defRPr sz="1500">
                <a:solidFill>
                  <a:schemeClr val="lt1"/>
                </a:solidFill>
                <a:latin typeface="Arimo"/>
                <a:ea typeface="Arimo"/>
                <a:cs typeface="Arimo"/>
                <a:sym typeface="Arimo"/>
              </a:defRPr>
            </a:lvl6pPr>
            <a:lvl7pPr lvl="6">
              <a:lnSpc>
                <a:spcPct val="90000"/>
              </a:lnSpc>
              <a:spcBef>
                <a:spcPts val="0"/>
              </a:spcBef>
              <a:spcAft>
                <a:spcPts val="0"/>
              </a:spcAft>
              <a:buNone/>
              <a:defRPr sz="1500">
                <a:solidFill>
                  <a:schemeClr val="lt1"/>
                </a:solidFill>
                <a:latin typeface="Arimo"/>
                <a:ea typeface="Arimo"/>
                <a:cs typeface="Arimo"/>
                <a:sym typeface="Arimo"/>
              </a:defRPr>
            </a:lvl7pPr>
            <a:lvl8pPr lvl="7">
              <a:lnSpc>
                <a:spcPct val="90000"/>
              </a:lnSpc>
              <a:spcBef>
                <a:spcPts val="0"/>
              </a:spcBef>
              <a:spcAft>
                <a:spcPts val="0"/>
              </a:spcAft>
              <a:buNone/>
              <a:defRPr sz="1500">
                <a:solidFill>
                  <a:schemeClr val="lt1"/>
                </a:solidFill>
                <a:latin typeface="Arimo"/>
                <a:ea typeface="Arimo"/>
                <a:cs typeface="Arimo"/>
                <a:sym typeface="Arimo"/>
              </a:defRPr>
            </a:lvl8pPr>
            <a:lvl9pPr lvl="8">
              <a:lnSpc>
                <a:spcPct val="90000"/>
              </a:lnSpc>
              <a:spcBef>
                <a:spcPts val="0"/>
              </a:spcBef>
              <a:spcAft>
                <a:spcPts val="0"/>
              </a:spcAft>
              <a:buNone/>
              <a:defRPr sz="1500">
                <a:solidFill>
                  <a:schemeClr val="lt1"/>
                </a:solidFill>
                <a:latin typeface="Arimo"/>
                <a:ea typeface="Arimo"/>
                <a:cs typeface="Arimo"/>
                <a:sym typeface="Arimo"/>
              </a:defRPr>
            </a:lvl9pPr>
          </a:lstStyle>
          <a:p/>
        </p:txBody>
      </p:sp>
      <p:sp>
        <p:nvSpPr>
          <p:cNvPr id="270" name="Google Shape;270;p33"/>
          <p:cNvSpPr txBox="1"/>
          <p:nvPr>
            <p:ph idx="8" type="subTitle"/>
          </p:nvPr>
        </p:nvSpPr>
        <p:spPr>
          <a:xfrm>
            <a:off x="6883575" y="605875"/>
            <a:ext cx="1866000" cy="573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a:solidFill>
                  <a:schemeClr val="lt2"/>
                </a:solidFill>
                <a:latin typeface="Arimo"/>
                <a:ea typeface="Arimo"/>
                <a:cs typeface="Arimo"/>
                <a:sym typeface="Arimo"/>
              </a:defRPr>
            </a:lvl1pPr>
            <a:lvl2pPr lvl="1">
              <a:lnSpc>
                <a:spcPct val="90000"/>
              </a:lnSpc>
              <a:spcBef>
                <a:spcPts val="0"/>
              </a:spcBef>
              <a:spcAft>
                <a:spcPts val="0"/>
              </a:spcAft>
              <a:buNone/>
              <a:defRPr sz="1500">
                <a:solidFill>
                  <a:schemeClr val="lt2"/>
                </a:solidFill>
                <a:latin typeface="Arimo"/>
                <a:ea typeface="Arimo"/>
                <a:cs typeface="Arimo"/>
                <a:sym typeface="Arimo"/>
              </a:defRPr>
            </a:lvl2pPr>
            <a:lvl3pPr lvl="2">
              <a:lnSpc>
                <a:spcPct val="90000"/>
              </a:lnSpc>
              <a:spcBef>
                <a:spcPts val="0"/>
              </a:spcBef>
              <a:spcAft>
                <a:spcPts val="0"/>
              </a:spcAft>
              <a:buNone/>
              <a:defRPr sz="1500">
                <a:solidFill>
                  <a:schemeClr val="lt2"/>
                </a:solidFill>
                <a:latin typeface="Arimo"/>
                <a:ea typeface="Arimo"/>
                <a:cs typeface="Arimo"/>
                <a:sym typeface="Arimo"/>
              </a:defRPr>
            </a:lvl3pPr>
            <a:lvl4pPr lvl="3">
              <a:lnSpc>
                <a:spcPct val="90000"/>
              </a:lnSpc>
              <a:spcBef>
                <a:spcPts val="0"/>
              </a:spcBef>
              <a:spcAft>
                <a:spcPts val="0"/>
              </a:spcAft>
              <a:buNone/>
              <a:defRPr sz="1500">
                <a:solidFill>
                  <a:schemeClr val="lt2"/>
                </a:solidFill>
                <a:latin typeface="Arimo"/>
                <a:ea typeface="Arimo"/>
                <a:cs typeface="Arimo"/>
                <a:sym typeface="Arimo"/>
              </a:defRPr>
            </a:lvl4pPr>
            <a:lvl5pPr lvl="4">
              <a:lnSpc>
                <a:spcPct val="90000"/>
              </a:lnSpc>
              <a:spcBef>
                <a:spcPts val="0"/>
              </a:spcBef>
              <a:spcAft>
                <a:spcPts val="0"/>
              </a:spcAft>
              <a:buNone/>
              <a:defRPr sz="1500">
                <a:solidFill>
                  <a:schemeClr val="lt2"/>
                </a:solidFill>
                <a:latin typeface="Arimo"/>
                <a:ea typeface="Arimo"/>
                <a:cs typeface="Arimo"/>
                <a:sym typeface="Arimo"/>
              </a:defRPr>
            </a:lvl5pPr>
            <a:lvl6pPr lvl="5">
              <a:lnSpc>
                <a:spcPct val="90000"/>
              </a:lnSpc>
              <a:spcBef>
                <a:spcPts val="0"/>
              </a:spcBef>
              <a:spcAft>
                <a:spcPts val="0"/>
              </a:spcAft>
              <a:buNone/>
              <a:defRPr sz="1500">
                <a:solidFill>
                  <a:schemeClr val="lt2"/>
                </a:solidFill>
                <a:latin typeface="Arimo"/>
                <a:ea typeface="Arimo"/>
                <a:cs typeface="Arimo"/>
                <a:sym typeface="Arimo"/>
              </a:defRPr>
            </a:lvl6pPr>
            <a:lvl7pPr lvl="6">
              <a:lnSpc>
                <a:spcPct val="90000"/>
              </a:lnSpc>
              <a:spcBef>
                <a:spcPts val="0"/>
              </a:spcBef>
              <a:spcAft>
                <a:spcPts val="0"/>
              </a:spcAft>
              <a:buNone/>
              <a:defRPr sz="1500">
                <a:solidFill>
                  <a:schemeClr val="lt2"/>
                </a:solidFill>
                <a:latin typeface="Arimo"/>
                <a:ea typeface="Arimo"/>
                <a:cs typeface="Arimo"/>
                <a:sym typeface="Arimo"/>
              </a:defRPr>
            </a:lvl7pPr>
            <a:lvl8pPr lvl="7">
              <a:lnSpc>
                <a:spcPct val="90000"/>
              </a:lnSpc>
              <a:spcBef>
                <a:spcPts val="0"/>
              </a:spcBef>
              <a:spcAft>
                <a:spcPts val="0"/>
              </a:spcAft>
              <a:buNone/>
              <a:defRPr sz="1500">
                <a:solidFill>
                  <a:schemeClr val="lt2"/>
                </a:solidFill>
                <a:latin typeface="Arimo"/>
                <a:ea typeface="Arimo"/>
                <a:cs typeface="Arimo"/>
                <a:sym typeface="Arimo"/>
              </a:defRPr>
            </a:lvl8pPr>
            <a:lvl9pPr lvl="8">
              <a:lnSpc>
                <a:spcPct val="90000"/>
              </a:lnSpc>
              <a:spcBef>
                <a:spcPts val="0"/>
              </a:spcBef>
              <a:spcAft>
                <a:spcPts val="0"/>
              </a:spcAft>
              <a:buNone/>
              <a:defRPr sz="1500">
                <a:solidFill>
                  <a:schemeClr val="lt2"/>
                </a:solidFill>
                <a:latin typeface="Arimo"/>
                <a:ea typeface="Arimo"/>
                <a:cs typeface="Arimo"/>
                <a:sym typeface="Arimo"/>
              </a:defRPr>
            </a:lvl9pPr>
          </a:lstStyle>
          <a:p/>
        </p:txBody>
      </p:sp>
      <p:sp>
        <p:nvSpPr>
          <p:cNvPr id="271" name="Google Shape;271;p33"/>
          <p:cNvSpPr txBox="1"/>
          <p:nvPr>
            <p:ph idx="9" type="subTitle"/>
          </p:nvPr>
        </p:nvSpPr>
        <p:spPr>
          <a:xfrm>
            <a:off x="3910200" y="3779175"/>
            <a:ext cx="3486300" cy="705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24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2" name="Google Shape;272;p33"/>
          <p:cNvSpPr txBox="1"/>
          <p:nvPr>
            <p:ph idx="13" type="subTitle"/>
          </p:nvPr>
        </p:nvSpPr>
        <p:spPr>
          <a:xfrm>
            <a:off x="291075" y="2571750"/>
            <a:ext cx="2765700" cy="705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2400">
                <a:solidFill>
                  <a:schemeClr val="lt1"/>
                </a:solidFill>
                <a:latin typeface="Arimo"/>
                <a:ea typeface="Arimo"/>
                <a:cs typeface="Arimo"/>
                <a:sym typeface="Arimo"/>
              </a:defRPr>
            </a:lvl1pPr>
            <a:lvl2pPr lvl="1">
              <a:lnSpc>
                <a:spcPct val="90000"/>
              </a:lnSpc>
              <a:spcBef>
                <a:spcPts val="0"/>
              </a:spcBef>
              <a:spcAft>
                <a:spcPts val="0"/>
              </a:spcAft>
              <a:buNone/>
              <a:defRPr sz="2500">
                <a:solidFill>
                  <a:schemeClr val="lt1"/>
                </a:solidFill>
                <a:latin typeface="Arimo"/>
                <a:ea typeface="Arimo"/>
                <a:cs typeface="Arimo"/>
                <a:sym typeface="Arimo"/>
              </a:defRPr>
            </a:lvl2pPr>
            <a:lvl3pPr lvl="2">
              <a:lnSpc>
                <a:spcPct val="90000"/>
              </a:lnSpc>
              <a:spcBef>
                <a:spcPts val="0"/>
              </a:spcBef>
              <a:spcAft>
                <a:spcPts val="0"/>
              </a:spcAft>
              <a:buNone/>
              <a:defRPr sz="2500">
                <a:solidFill>
                  <a:schemeClr val="lt1"/>
                </a:solidFill>
                <a:latin typeface="Arimo"/>
                <a:ea typeface="Arimo"/>
                <a:cs typeface="Arimo"/>
                <a:sym typeface="Arimo"/>
              </a:defRPr>
            </a:lvl3pPr>
            <a:lvl4pPr lvl="3">
              <a:lnSpc>
                <a:spcPct val="90000"/>
              </a:lnSpc>
              <a:spcBef>
                <a:spcPts val="0"/>
              </a:spcBef>
              <a:spcAft>
                <a:spcPts val="0"/>
              </a:spcAft>
              <a:buNone/>
              <a:defRPr sz="2500">
                <a:solidFill>
                  <a:schemeClr val="lt1"/>
                </a:solidFill>
                <a:latin typeface="Arimo"/>
                <a:ea typeface="Arimo"/>
                <a:cs typeface="Arimo"/>
                <a:sym typeface="Arimo"/>
              </a:defRPr>
            </a:lvl4pPr>
            <a:lvl5pPr lvl="4">
              <a:lnSpc>
                <a:spcPct val="90000"/>
              </a:lnSpc>
              <a:spcBef>
                <a:spcPts val="0"/>
              </a:spcBef>
              <a:spcAft>
                <a:spcPts val="0"/>
              </a:spcAft>
              <a:buNone/>
              <a:defRPr sz="2500">
                <a:solidFill>
                  <a:schemeClr val="lt1"/>
                </a:solidFill>
                <a:latin typeface="Arimo"/>
                <a:ea typeface="Arimo"/>
                <a:cs typeface="Arimo"/>
                <a:sym typeface="Arimo"/>
              </a:defRPr>
            </a:lvl5pPr>
            <a:lvl6pPr lvl="5">
              <a:lnSpc>
                <a:spcPct val="90000"/>
              </a:lnSpc>
              <a:spcBef>
                <a:spcPts val="0"/>
              </a:spcBef>
              <a:spcAft>
                <a:spcPts val="0"/>
              </a:spcAft>
              <a:buNone/>
              <a:defRPr sz="2500">
                <a:solidFill>
                  <a:schemeClr val="lt1"/>
                </a:solidFill>
                <a:latin typeface="Arimo"/>
                <a:ea typeface="Arimo"/>
                <a:cs typeface="Arimo"/>
                <a:sym typeface="Arimo"/>
              </a:defRPr>
            </a:lvl6pPr>
            <a:lvl7pPr lvl="6">
              <a:lnSpc>
                <a:spcPct val="90000"/>
              </a:lnSpc>
              <a:spcBef>
                <a:spcPts val="0"/>
              </a:spcBef>
              <a:spcAft>
                <a:spcPts val="0"/>
              </a:spcAft>
              <a:buNone/>
              <a:defRPr sz="2500">
                <a:solidFill>
                  <a:schemeClr val="lt1"/>
                </a:solidFill>
                <a:latin typeface="Arimo"/>
                <a:ea typeface="Arimo"/>
                <a:cs typeface="Arimo"/>
                <a:sym typeface="Arimo"/>
              </a:defRPr>
            </a:lvl7pPr>
            <a:lvl8pPr lvl="7">
              <a:lnSpc>
                <a:spcPct val="90000"/>
              </a:lnSpc>
              <a:spcBef>
                <a:spcPts val="0"/>
              </a:spcBef>
              <a:spcAft>
                <a:spcPts val="0"/>
              </a:spcAft>
              <a:buNone/>
              <a:defRPr sz="2500">
                <a:solidFill>
                  <a:schemeClr val="lt1"/>
                </a:solidFill>
                <a:latin typeface="Arimo"/>
                <a:ea typeface="Arimo"/>
                <a:cs typeface="Arimo"/>
                <a:sym typeface="Arimo"/>
              </a:defRPr>
            </a:lvl8pPr>
            <a:lvl9pPr lvl="8">
              <a:lnSpc>
                <a:spcPct val="90000"/>
              </a:lnSpc>
              <a:spcBef>
                <a:spcPts val="0"/>
              </a:spcBef>
              <a:spcAft>
                <a:spcPts val="0"/>
              </a:spcAft>
              <a:buNone/>
              <a:defRPr sz="2500">
                <a:solidFill>
                  <a:schemeClr val="lt1"/>
                </a:solidFill>
                <a:latin typeface="Arimo"/>
                <a:ea typeface="Arimo"/>
                <a:cs typeface="Arimo"/>
                <a:sym typeface="Arimo"/>
              </a:defRPr>
            </a:lvl9pPr>
          </a:lstStyle>
          <a:p/>
        </p:txBody>
      </p:sp>
      <p:sp>
        <p:nvSpPr>
          <p:cNvPr id="273" name="Google Shape;273;p33"/>
          <p:cNvSpPr txBox="1"/>
          <p:nvPr>
            <p:ph idx="14" type="subTitle"/>
          </p:nvPr>
        </p:nvSpPr>
        <p:spPr>
          <a:xfrm>
            <a:off x="4629850" y="694401"/>
            <a:ext cx="2018700" cy="5667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1800">
                <a:latin typeface="Arimo"/>
                <a:ea typeface="Arimo"/>
                <a:cs typeface="Arimo"/>
                <a:sym typeface="Arimo"/>
              </a:defRPr>
            </a:lvl1pPr>
            <a:lvl2pPr lvl="1" algn="ctr">
              <a:lnSpc>
                <a:spcPct val="90000"/>
              </a:lnSpc>
              <a:spcBef>
                <a:spcPts val="0"/>
              </a:spcBef>
              <a:spcAft>
                <a:spcPts val="0"/>
              </a:spcAft>
              <a:buNone/>
              <a:defRPr sz="2500">
                <a:latin typeface="Arimo"/>
                <a:ea typeface="Arimo"/>
                <a:cs typeface="Arimo"/>
                <a:sym typeface="Arimo"/>
              </a:defRPr>
            </a:lvl2pPr>
            <a:lvl3pPr lvl="2" algn="ctr">
              <a:lnSpc>
                <a:spcPct val="90000"/>
              </a:lnSpc>
              <a:spcBef>
                <a:spcPts val="0"/>
              </a:spcBef>
              <a:spcAft>
                <a:spcPts val="0"/>
              </a:spcAft>
              <a:buNone/>
              <a:defRPr sz="2500">
                <a:latin typeface="Arimo"/>
                <a:ea typeface="Arimo"/>
                <a:cs typeface="Arimo"/>
                <a:sym typeface="Arimo"/>
              </a:defRPr>
            </a:lvl3pPr>
            <a:lvl4pPr lvl="3" algn="ctr">
              <a:lnSpc>
                <a:spcPct val="90000"/>
              </a:lnSpc>
              <a:spcBef>
                <a:spcPts val="0"/>
              </a:spcBef>
              <a:spcAft>
                <a:spcPts val="0"/>
              </a:spcAft>
              <a:buNone/>
              <a:defRPr sz="2500">
                <a:latin typeface="Arimo"/>
                <a:ea typeface="Arimo"/>
                <a:cs typeface="Arimo"/>
                <a:sym typeface="Arimo"/>
              </a:defRPr>
            </a:lvl4pPr>
            <a:lvl5pPr lvl="4" algn="ctr">
              <a:lnSpc>
                <a:spcPct val="90000"/>
              </a:lnSpc>
              <a:spcBef>
                <a:spcPts val="0"/>
              </a:spcBef>
              <a:spcAft>
                <a:spcPts val="0"/>
              </a:spcAft>
              <a:buNone/>
              <a:defRPr sz="2500">
                <a:latin typeface="Arimo"/>
                <a:ea typeface="Arimo"/>
                <a:cs typeface="Arimo"/>
                <a:sym typeface="Arimo"/>
              </a:defRPr>
            </a:lvl5pPr>
            <a:lvl6pPr lvl="5" algn="ctr">
              <a:lnSpc>
                <a:spcPct val="90000"/>
              </a:lnSpc>
              <a:spcBef>
                <a:spcPts val="0"/>
              </a:spcBef>
              <a:spcAft>
                <a:spcPts val="0"/>
              </a:spcAft>
              <a:buNone/>
              <a:defRPr sz="2500">
                <a:latin typeface="Arimo"/>
                <a:ea typeface="Arimo"/>
                <a:cs typeface="Arimo"/>
                <a:sym typeface="Arimo"/>
              </a:defRPr>
            </a:lvl6pPr>
            <a:lvl7pPr lvl="6" algn="ctr">
              <a:lnSpc>
                <a:spcPct val="90000"/>
              </a:lnSpc>
              <a:spcBef>
                <a:spcPts val="0"/>
              </a:spcBef>
              <a:spcAft>
                <a:spcPts val="0"/>
              </a:spcAft>
              <a:buNone/>
              <a:defRPr sz="2500">
                <a:latin typeface="Arimo"/>
                <a:ea typeface="Arimo"/>
                <a:cs typeface="Arimo"/>
                <a:sym typeface="Arimo"/>
              </a:defRPr>
            </a:lvl7pPr>
            <a:lvl8pPr lvl="7" algn="ctr">
              <a:lnSpc>
                <a:spcPct val="90000"/>
              </a:lnSpc>
              <a:spcBef>
                <a:spcPts val="0"/>
              </a:spcBef>
              <a:spcAft>
                <a:spcPts val="0"/>
              </a:spcAft>
              <a:buNone/>
              <a:defRPr sz="2500">
                <a:latin typeface="Arimo"/>
                <a:ea typeface="Arimo"/>
                <a:cs typeface="Arimo"/>
                <a:sym typeface="Arimo"/>
              </a:defRPr>
            </a:lvl8pPr>
            <a:lvl9pPr lvl="8" algn="ctr">
              <a:lnSpc>
                <a:spcPct val="90000"/>
              </a:lnSpc>
              <a:spcBef>
                <a:spcPts val="0"/>
              </a:spcBef>
              <a:spcAft>
                <a:spcPts val="0"/>
              </a:spcAft>
              <a:buNone/>
              <a:defRPr sz="2500">
                <a:latin typeface="Arimo"/>
                <a:ea typeface="Arimo"/>
                <a:cs typeface="Arimo"/>
                <a:sym typeface="Arimo"/>
              </a:defRPr>
            </a:lvl9pPr>
          </a:lstStyle>
          <a:p/>
        </p:txBody>
      </p:sp>
      <p:sp>
        <p:nvSpPr>
          <p:cNvPr id="274" name="Google Shape;274;p33"/>
          <p:cNvSpPr txBox="1"/>
          <p:nvPr>
            <p:ph idx="15" type="subTitle"/>
          </p:nvPr>
        </p:nvSpPr>
        <p:spPr>
          <a:xfrm>
            <a:off x="4629900" y="1390480"/>
            <a:ext cx="2018700" cy="224100"/>
          </a:xfrm>
          <a:prstGeom prst="rect">
            <a:avLst/>
          </a:prstGeom>
        </p:spPr>
        <p:txBody>
          <a:bodyPr anchorCtr="0" anchor="b" bIns="0" lIns="91425" spcFirstLastPara="1" rIns="91425" wrap="square" tIns="0">
            <a:noAutofit/>
          </a:bodyPr>
          <a:lstStyle>
            <a:lvl1pPr lvl="0" algn="ctr">
              <a:lnSpc>
                <a:spcPct val="90000"/>
              </a:lnSpc>
              <a:spcBef>
                <a:spcPts val="0"/>
              </a:spcBef>
              <a:spcAft>
                <a:spcPts val="0"/>
              </a:spcAft>
              <a:buNone/>
              <a:defRPr sz="1000" u="sng"/>
            </a:lvl1pPr>
            <a:lvl2pPr lvl="1" algn="ctr">
              <a:lnSpc>
                <a:spcPct val="90000"/>
              </a:lnSpc>
              <a:spcBef>
                <a:spcPts val="0"/>
              </a:spcBef>
              <a:spcAft>
                <a:spcPts val="0"/>
              </a:spcAft>
              <a:buNone/>
              <a:defRPr sz="2700">
                <a:latin typeface="Arimo"/>
                <a:ea typeface="Arimo"/>
                <a:cs typeface="Arimo"/>
                <a:sym typeface="Arimo"/>
              </a:defRPr>
            </a:lvl2pPr>
            <a:lvl3pPr lvl="2" algn="ctr">
              <a:lnSpc>
                <a:spcPct val="90000"/>
              </a:lnSpc>
              <a:spcBef>
                <a:spcPts val="0"/>
              </a:spcBef>
              <a:spcAft>
                <a:spcPts val="0"/>
              </a:spcAft>
              <a:buNone/>
              <a:defRPr sz="2700">
                <a:latin typeface="Arimo"/>
                <a:ea typeface="Arimo"/>
                <a:cs typeface="Arimo"/>
                <a:sym typeface="Arimo"/>
              </a:defRPr>
            </a:lvl3pPr>
            <a:lvl4pPr lvl="3" algn="ctr">
              <a:lnSpc>
                <a:spcPct val="90000"/>
              </a:lnSpc>
              <a:spcBef>
                <a:spcPts val="0"/>
              </a:spcBef>
              <a:spcAft>
                <a:spcPts val="0"/>
              </a:spcAft>
              <a:buNone/>
              <a:defRPr sz="2700">
                <a:latin typeface="Arimo"/>
                <a:ea typeface="Arimo"/>
                <a:cs typeface="Arimo"/>
                <a:sym typeface="Arimo"/>
              </a:defRPr>
            </a:lvl4pPr>
            <a:lvl5pPr lvl="4" algn="ctr">
              <a:lnSpc>
                <a:spcPct val="90000"/>
              </a:lnSpc>
              <a:spcBef>
                <a:spcPts val="0"/>
              </a:spcBef>
              <a:spcAft>
                <a:spcPts val="0"/>
              </a:spcAft>
              <a:buNone/>
              <a:defRPr sz="2700">
                <a:latin typeface="Arimo"/>
                <a:ea typeface="Arimo"/>
                <a:cs typeface="Arimo"/>
                <a:sym typeface="Arimo"/>
              </a:defRPr>
            </a:lvl5pPr>
            <a:lvl6pPr lvl="5" algn="ctr">
              <a:lnSpc>
                <a:spcPct val="90000"/>
              </a:lnSpc>
              <a:spcBef>
                <a:spcPts val="0"/>
              </a:spcBef>
              <a:spcAft>
                <a:spcPts val="0"/>
              </a:spcAft>
              <a:buNone/>
              <a:defRPr sz="2700">
                <a:latin typeface="Arimo"/>
                <a:ea typeface="Arimo"/>
                <a:cs typeface="Arimo"/>
                <a:sym typeface="Arimo"/>
              </a:defRPr>
            </a:lvl6pPr>
            <a:lvl7pPr lvl="6" algn="ctr">
              <a:lnSpc>
                <a:spcPct val="90000"/>
              </a:lnSpc>
              <a:spcBef>
                <a:spcPts val="0"/>
              </a:spcBef>
              <a:spcAft>
                <a:spcPts val="0"/>
              </a:spcAft>
              <a:buNone/>
              <a:defRPr sz="2700">
                <a:latin typeface="Arimo"/>
                <a:ea typeface="Arimo"/>
                <a:cs typeface="Arimo"/>
                <a:sym typeface="Arimo"/>
              </a:defRPr>
            </a:lvl7pPr>
            <a:lvl8pPr lvl="7" algn="ctr">
              <a:lnSpc>
                <a:spcPct val="90000"/>
              </a:lnSpc>
              <a:spcBef>
                <a:spcPts val="0"/>
              </a:spcBef>
              <a:spcAft>
                <a:spcPts val="0"/>
              </a:spcAft>
              <a:buNone/>
              <a:defRPr sz="2700">
                <a:latin typeface="Arimo"/>
                <a:ea typeface="Arimo"/>
                <a:cs typeface="Arimo"/>
                <a:sym typeface="Arimo"/>
              </a:defRPr>
            </a:lvl8pPr>
            <a:lvl9pPr lvl="8" algn="ctr">
              <a:lnSpc>
                <a:spcPct val="90000"/>
              </a:lnSpc>
              <a:spcBef>
                <a:spcPts val="0"/>
              </a:spcBef>
              <a:spcAft>
                <a:spcPts val="0"/>
              </a:spcAft>
              <a:buNone/>
              <a:defRPr sz="2700">
                <a:latin typeface="Arimo"/>
                <a:ea typeface="Arimo"/>
                <a:cs typeface="Arimo"/>
                <a:sym typeface="Arimo"/>
              </a:defRPr>
            </a:lvl9pPr>
          </a:lstStyle>
          <a:p/>
        </p:txBody>
      </p:sp>
      <p:sp>
        <p:nvSpPr>
          <p:cNvPr id="275" name="Google Shape;275;p33"/>
          <p:cNvSpPr txBox="1"/>
          <p:nvPr>
            <p:ph idx="16" type="subTitle"/>
          </p:nvPr>
        </p:nvSpPr>
        <p:spPr>
          <a:xfrm>
            <a:off x="3596775" y="229200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76" name="Google Shape;276;p33"/>
          <p:cNvSpPr txBox="1"/>
          <p:nvPr>
            <p:ph idx="17" type="subTitle"/>
          </p:nvPr>
        </p:nvSpPr>
        <p:spPr>
          <a:xfrm>
            <a:off x="3596775" y="299735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77" name="Google Shape;277;p33"/>
          <p:cNvSpPr txBox="1"/>
          <p:nvPr>
            <p:ph idx="18" type="subTitle"/>
          </p:nvPr>
        </p:nvSpPr>
        <p:spPr>
          <a:xfrm>
            <a:off x="3596675" y="1934500"/>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8" name="Google Shape;278;p33"/>
          <p:cNvSpPr txBox="1"/>
          <p:nvPr>
            <p:ph idx="19" type="subTitle"/>
          </p:nvPr>
        </p:nvSpPr>
        <p:spPr>
          <a:xfrm>
            <a:off x="3596775" y="2618213"/>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9" name="Google Shape;279;p33"/>
          <p:cNvSpPr txBox="1"/>
          <p:nvPr>
            <p:ph idx="20" type="subTitle"/>
          </p:nvPr>
        </p:nvSpPr>
        <p:spPr>
          <a:xfrm>
            <a:off x="5297950" y="2885600"/>
            <a:ext cx="1350600" cy="288900"/>
          </a:xfrm>
          <a:prstGeom prst="rect">
            <a:avLst/>
          </a:prstGeom>
        </p:spPr>
        <p:txBody>
          <a:bodyPr anchorCtr="0" anchor="ctr" bIns="0" lIns="91425" spcFirstLastPara="1" rIns="91425" wrap="square" tIns="0">
            <a:noAutofit/>
          </a:bodyPr>
          <a:lstStyle>
            <a:lvl1pPr lvl="0" algn="ctr">
              <a:spcBef>
                <a:spcPts val="0"/>
              </a:spcBef>
              <a:spcAft>
                <a:spcPts val="0"/>
              </a:spcAft>
              <a:buNone/>
              <a:defRPr sz="1000" u="sng">
                <a:solidFill>
                  <a:schemeClr val="lt2"/>
                </a:solidFill>
              </a:defRPr>
            </a:lvl1pPr>
            <a:lvl2pPr lvl="1" algn="ctr">
              <a:spcBef>
                <a:spcPts val="0"/>
              </a:spcBef>
              <a:spcAft>
                <a:spcPts val="0"/>
              </a:spcAft>
              <a:buNone/>
              <a:defRPr sz="1000">
                <a:solidFill>
                  <a:schemeClr val="lt2"/>
                </a:solidFill>
                <a:latin typeface="Arimo"/>
                <a:ea typeface="Arimo"/>
                <a:cs typeface="Arimo"/>
                <a:sym typeface="Arimo"/>
              </a:defRPr>
            </a:lvl2pPr>
            <a:lvl3pPr lvl="2" algn="ctr">
              <a:spcBef>
                <a:spcPts val="0"/>
              </a:spcBef>
              <a:spcAft>
                <a:spcPts val="0"/>
              </a:spcAft>
              <a:buNone/>
              <a:defRPr sz="1000">
                <a:solidFill>
                  <a:schemeClr val="lt2"/>
                </a:solidFill>
                <a:latin typeface="Arimo"/>
                <a:ea typeface="Arimo"/>
                <a:cs typeface="Arimo"/>
                <a:sym typeface="Arimo"/>
              </a:defRPr>
            </a:lvl3pPr>
            <a:lvl4pPr lvl="3" algn="ctr">
              <a:spcBef>
                <a:spcPts val="0"/>
              </a:spcBef>
              <a:spcAft>
                <a:spcPts val="0"/>
              </a:spcAft>
              <a:buNone/>
              <a:defRPr sz="1000">
                <a:solidFill>
                  <a:schemeClr val="lt2"/>
                </a:solidFill>
                <a:latin typeface="Arimo"/>
                <a:ea typeface="Arimo"/>
                <a:cs typeface="Arimo"/>
                <a:sym typeface="Arimo"/>
              </a:defRPr>
            </a:lvl4pPr>
            <a:lvl5pPr lvl="4" algn="ctr">
              <a:spcBef>
                <a:spcPts val="0"/>
              </a:spcBef>
              <a:spcAft>
                <a:spcPts val="0"/>
              </a:spcAft>
              <a:buNone/>
              <a:defRPr sz="1000">
                <a:solidFill>
                  <a:schemeClr val="lt2"/>
                </a:solidFill>
                <a:latin typeface="Arimo"/>
                <a:ea typeface="Arimo"/>
                <a:cs typeface="Arimo"/>
                <a:sym typeface="Arimo"/>
              </a:defRPr>
            </a:lvl5pPr>
            <a:lvl6pPr lvl="5" algn="ctr">
              <a:spcBef>
                <a:spcPts val="0"/>
              </a:spcBef>
              <a:spcAft>
                <a:spcPts val="0"/>
              </a:spcAft>
              <a:buNone/>
              <a:defRPr sz="1000">
                <a:solidFill>
                  <a:schemeClr val="lt2"/>
                </a:solidFill>
                <a:latin typeface="Arimo"/>
                <a:ea typeface="Arimo"/>
                <a:cs typeface="Arimo"/>
                <a:sym typeface="Arimo"/>
              </a:defRPr>
            </a:lvl6pPr>
            <a:lvl7pPr lvl="6" algn="ctr">
              <a:spcBef>
                <a:spcPts val="0"/>
              </a:spcBef>
              <a:spcAft>
                <a:spcPts val="0"/>
              </a:spcAft>
              <a:buNone/>
              <a:defRPr sz="1000">
                <a:solidFill>
                  <a:schemeClr val="lt2"/>
                </a:solidFill>
                <a:latin typeface="Arimo"/>
                <a:ea typeface="Arimo"/>
                <a:cs typeface="Arimo"/>
                <a:sym typeface="Arimo"/>
              </a:defRPr>
            </a:lvl7pPr>
            <a:lvl8pPr lvl="7" algn="ctr">
              <a:spcBef>
                <a:spcPts val="0"/>
              </a:spcBef>
              <a:spcAft>
                <a:spcPts val="0"/>
              </a:spcAft>
              <a:buNone/>
              <a:defRPr sz="1000">
                <a:solidFill>
                  <a:schemeClr val="lt2"/>
                </a:solidFill>
                <a:latin typeface="Arimo"/>
                <a:ea typeface="Arimo"/>
                <a:cs typeface="Arimo"/>
                <a:sym typeface="Arimo"/>
              </a:defRPr>
            </a:lvl8pPr>
            <a:lvl9pPr lvl="8" algn="ctr">
              <a:spcBef>
                <a:spcPts val="0"/>
              </a:spcBef>
              <a:spcAft>
                <a:spcPts val="0"/>
              </a:spcAft>
              <a:buNone/>
              <a:defRPr sz="1000">
                <a:solidFill>
                  <a:schemeClr val="lt2"/>
                </a:solidFill>
                <a:latin typeface="Arimo"/>
                <a:ea typeface="Arimo"/>
                <a:cs typeface="Arimo"/>
                <a:sym typeface="Arimo"/>
              </a:defRPr>
            </a:lvl9pPr>
          </a:lstStyle>
          <a:p/>
        </p:txBody>
      </p:sp>
      <p:sp>
        <p:nvSpPr>
          <p:cNvPr id="280" name="Google Shape;280;p3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81" name="Google Shape;281;p33"/>
          <p:cNvSpPr txBox="1"/>
          <p:nvPr>
            <p:ph idx="21" type="subTitle"/>
          </p:nvPr>
        </p:nvSpPr>
        <p:spPr>
          <a:xfrm>
            <a:off x="5426775" y="2214775"/>
            <a:ext cx="1092900" cy="5667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sz="20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ith description">
  <p:cSld name="CUSTOM_19_1_1_1">
    <p:bg>
      <p:bgPr>
        <a:solidFill>
          <a:schemeClr val="accent5"/>
        </a:solidFill>
      </p:bgPr>
    </p:bg>
    <p:spTree>
      <p:nvGrpSpPr>
        <p:cNvPr id="282" name="Shape 282"/>
        <p:cNvGrpSpPr/>
        <p:nvPr/>
      </p:nvGrpSpPr>
      <p:grpSpPr>
        <a:xfrm>
          <a:off x="0" y="0"/>
          <a:ext cx="0" cy="0"/>
          <a:chOff x="0" y="0"/>
          <a:chExt cx="0" cy="0"/>
        </a:xfrm>
      </p:grpSpPr>
      <p:sp>
        <p:nvSpPr>
          <p:cNvPr id="283" name="Google Shape;283;p34"/>
          <p:cNvSpPr/>
          <p:nvPr>
            <p:ph idx="2" type="pic"/>
          </p:nvPr>
        </p:nvSpPr>
        <p:spPr>
          <a:xfrm>
            <a:off x="2021325" y="1854425"/>
            <a:ext cx="1679100" cy="3013800"/>
          </a:xfrm>
          <a:prstGeom prst="roundRect">
            <a:avLst>
              <a:gd fmla="val 13643" name="adj"/>
            </a:avLst>
          </a:prstGeom>
          <a:noFill/>
          <a:ln>
            <a:noFill/>
          </a:ln>
        </p:spPr>
      </p:sp>
      <p:sp>
        <p:nvSpPr>
          <p:cNvPr id="284" name="Google Shape;284;p34"/>
          <p:cNvSpPr/>
          <p:nvPr>
            <p:ph idx="3" type="pic"/>
          </p:nvPr>
        </p:nvSpPr>
        <p:spPr>
          <a:xfrm>
            <a:off x="5444400" y="1854425"/>
            <a:ext cx="1679100" cy="3013800"/>
          </a:xfrm>
          <a:prstGeom prst="roundRect">
            <a:avLst>
              <a:gd fmla="val 13643" name="adj"/>
            </a:avLst>
          </a:prstGeom>
          <a:noFill/>
          <a:ln>
            <a:noFill/>
          </a:ln>
        </p:spPr>
      </p:sp>
      <p:sp>
        <p:nvSpPr>
          <p:cNvPr id="285" name="Google Shape;285;p34"/>
          <p:cNvSpPr txBox="1"/>
          <p:nvPr>
            <p:ph idx="1" type="subTitle"/>
          </p:nvPr>
        </p:nvSpPr>
        <p:spPr>
          <a:xfrm>
            <a:off x="3700500"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86" name="Google Shape;286;p34"/>
          <p:cNvSpPr txBox="1"/>
          <p:nvPr>
            <p:ph idx="4" type="body"/>
          </p:nvPr>
        </p:nvSpPr>
        <p:spPr>
          <a:xfrm>
            <a:off x="3700500"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87" name="Google Shape;287;p34"/>
          <p:cNvSpPr txBox="1"/>
          <p:nvPr>
            <p:ph idx="5" type="subTitle"/>
          </p:nvPr>
        </p:nvSpPr>
        <p:spPr>
          <a:xfrm>
            <a:off x="7123575"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88" name="Google Shape;288;p34"/>
          <p:cNvSpPr txBox="1"/>
          <p:nvPr>
            <p:ph idx="6" type="body"/>
          </p:nvPr>
        </p:nvSpPr>
        <p:spPr>
          <a:xfrm>
            <a:off x="7123575"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89" name="Google Shape;289;p34"/>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90" name="Google Shape;290;p34"/>
          <p:cNvSpPr txBox="1"/>
          <p:nvPr>
            <p:ph idx="7"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91" name="Google Shape;291;p34"/>
          <p:cNvSpPr txBox="1"/>
          <p:nvPr>
            <p:ph idx="8"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92" name="Google Shape;292;p3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93" name="Shape 293"/>
        <p:cNvGrpSpPr/>
        <p:nvPr/>
      </p:nvGrpSpPr>
      <p:grpSpPr>
        <a:xfrm>
          <a:off x="0" y="0"/>
          <a:ext cx="0" cy="0"/>
          <a:chOff x="0" y="0"/>
          <a:chExt cx="0" cy="0"/>
        </a:xfrm>
      </p:grpSpPr>
      <p:sp>
        <p:nvSpPr>
          <p:cNvPr id="294" name="Google Shape;294;p35"/>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95" name="Google Shape;295;p35"/>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96" name="Shape 296"/>
        <p:cNvGrpSpPr/>
        <p:nvPr/>
      </p:nvGrpSpPr>
      <p:grpSpPr>
        <a:xfrm>
          <a:off x="0" y="0"/>
          <a:ext cx="0" cy="0"/>
          <a:chOff x="0" y="0"/>
          <a:chExt cx="0" cy="0"/>
        </a:xfrm>
      </p:grpSpPr>
      <p:sp>
        <p:nvSpPr>
          <p:cNvPr id="297" name="Google Shape;297;p36"/>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algn="ctr">
              <a:spcBef>
                <a:spcPts val="0"/>
              </a:spcBef>
              <a:spcAft>
                <a:spcPts val="0"/>
              </a:spcAft>
              <a:buSzPts val="3600"/>
              <a:buChar char="●"/>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98" name="Shape 298"/>
        <p:cNvGrpSpPr/>
        <p:nvPr/>
      </p:nvGrpSpPr>
      <p:grpSpPr>
        <a:xfrm>
          <a:off x="0" y="0"/>
          <a:ext cx="0" cy="0"/>
          <a:chOff x="0" y="0"/>
          <a:chExt cx="0" cy="0"/>
        </a:xfrm>
      </p:grpSpPr>
      <p:sp>
        <p:nvSpPr>
          <p:cNvPr id="299" name="Google Shape;299;p3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0" name="Google Shape;300;p37"/>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01" name="Shape 301"/>
        <p:cNvGrpSpPr/>
        <p:nvPr/>
      </p:nvGrpSpPr>
      <p:grpSpPr>
        <a:xfrm>
          <a:off x="0" y="0"/>
          <a:ext cx="0" cy="0"/>
          <a:chOff x="0" y="0"/>
          <a:chExt cx="0" cy="0"/>
        </a:xfrm>
      </p:grpSpPr>
      <p:sp>
        <p:nvSpPr>
          <p:cNvPr id="302" name="Google Shape;302;p38"/>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3" name="Google Shape;303;p38"/>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4" name="Google Shape;304;p38"/>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5" name="Shape 305"/>
        <p:cNvGrpSpPr/>
        <p:nvPr/>
      </p:nvGrpSpPr>
      <p:grpSpPr>
        <a:xfrm>
          <a:off x="0" y="0"/>
          <a:ext cx="0" cy="0"/>
          <a:chOff x="0" y="0"/>
          <a:chExt cx="0" cy="0"/>
        </a:xfrm>
      </p:grpSpPr>
      <p:sp>
        <p:nvSpPr>
          <p:cNvPr id="306" name="Google Shape;306;p39"/>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07" name="Shape 307"/>
        <p:cNvGrpSpPr/>
        <p:nvPr/>
      </p:nvGrpSpPr>
      <p:grpSpPr>
        <a:xfrm>
          <a:off x="0" y="0"/>
          <a:ext cx="0" cy="0"/>
          <a:chOff x="0" y="0"/>
          <a:chExt cx="0" cy="0"/>
        </a:xfrm>
      </p:grpSpPr>
      <p:sp>
        <p:nvSpPr>
          <p:cNvPr id="308" name="Google Shape;308;p40"/>
          <p:cNvSpPr txBox="1"/>
          <p:nvPr>
            <p:ph type="title"/>
          </p:nvPr>
        </p:nvSpPr>
        <p:spPr>
          <a:xfrm>
            <a:off x="311700" y="555600"/>
            <a:ext cx="2808000" cy="755700"/>
          </a:xfrm>
          <a:prstGeom prst="rect">
            <a:avLst/>
          </a:prstGeom>
        </p:spPr>
        <p:txBody>
          <a:bodyPr anchorCtr="0" anchor="b" bIns="0" lIns="0" spcFirstLastPara="1" rIns="0"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09" name="Google Shape;309;p40"/>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10" name="Shape 310"/>
        <p:cNvGrpSpPr/>
        <p:nvPr/>
      </p:nvGrpSpPr>
      <p:grpSpPr>
        <a:xfrm>
          <a:off x="0" y="0"/>
          <a:ext cx="0" cy="0"/>
          <a:chOff x="0" y="0"/>
          <a:chExt cx="0" cy="0"/>
        </a:xfrm>
      </p:grpSpPr>
      <p:sp>
        <p:nvSpPr>
          <p:cNvPr id="311" name="Google Shape;311;p41"/>
          <p:cNvSpPr txBox="1"/>
          <p:nvPr>
            <p:ph type="title"/>
          </p:nvPr>
        </p:nvSpPr>
        <p:spPr>
          <a:xfrm>
            <a:off x="490250" y="450150"/>
            <a:ext cx="6367800" cy="4090800"/>
          </a:xfrm>
          <a:prstGeom prst="rect">
            <a:avLst/>
          </a:prstGeom>
        </p:spPr>
        <p:txBody>
          <a:bodyPr anchorCtr="0" anchor="ctr" bIns="0" lIns="0" spcFirstLastPara="1" rIns="0" wrap="square" tIns="0">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12" name="Shape 312"/>
        <p:cNvGrpSpPr/>
        <p:nvPr/>
      </p:nvGrpSpPr>
      <p:grpSpPr>
        <a:xfrm>
          <a:off x="0" y="0"/>
          <a:ext cx="0" cy="0"/>
          <a:chOff x="0" y="0"/>
          <a:chExt cx="0" cy="0"/>
        </a:xfrm>
      </p:grpSpPr>
      <p:sp>
        <p:nvSpPr>
          <p:cNvPr id="313" name="Google Shape;313;p42"/>
          <p:cNvSpPr txBox="1"/>
          <p:nvPr>
            <p:ph type="title"/>
          </p:nvPr>
        </p:nvSpPr>
        <p:spPr>
          <a:xfrm>
            <a:off x="265500" y="1233175"/>
            <a:ext cx="4045200" cy="1482300"/>
          </a:xfrm>
          <a:prstGeom prst="rect">
            <a:avLst/>
          </a:prstGeom>
        </p:spPr>
        <p:txBody>
          <a:bodyPr anchorCtr="0" anchor="b" bIns="0" lIns="0" spcFirstLastPara="1" rIns="0"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14" name="Google Shape;314;p42"/>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15" name="Google Shape;315;p42"/>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16" name="Shape 316"/>
        <p:cNvGrpSpPr/>
        <p:nvPr/>
      </p:nvGrpSpPr>
      <p:grpSpPr>
        <a:xfrm>
          <a:off x="0" y="0"/>
          <a:ext cx="0" cy="0"/>
          <a:chOff x="0" y="0"/>
          <a:chExt cx="0" cy="0"/>
        </a:xfrm>
      </p:grpSpPr>
      <p:sp>
        <p:nvSpPr>
          <p:cNvPr id="317" name="Google Shape;317;p43"/>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18" name="Shape 318"/>
        <p:cNvGrpSpPr/>
        <p:nvPr/>
      </p:nvGrpSpPr>
      <p:grpSpPr>
        <a:xfrm>
          <a:off x="0" y="0"/>
          <a:ext cx="0" cy="0"/>
          <a:chOff x="0" y="0"/>
          <a:chExt cx="0" cy="0"/>
        </a:xfrm>
      </p:grpSpPr>
      <p:sp>
        <p:nvSpPr>
          <p:cNvPr id="319" name="Google Shape;319;p44"/>
          <p:cNvSpPr txBox="1"/>
          <p:nvPr>
            <p:ph hasCustomPrompt="1" type="title"/>
          </p:nvPr>
        </p:nvSpPr>
        <p:spPr>
          <a:xfrm>
            <a:off x="311700" y="1106125"/>
            <a:ext cx="8520600" cy="1963500"/>
          </a:xfrm>
          <a:prstGeom prst="rect">
            <a:avLst/>
          </a:prstGeom>
        </p:spPr>
        <p:txBody>
          <a:bodyPr anchorCtr="0" anchor="b" bIns="0" lIns="0" spcFirstLastPara="1" rIns="0"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20" name="Google Shape;320;p44"/>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21" name="Shape 321"/>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22" name="Shape 322"/>
        <p:cNvGrpSpPr/>
        <p:nvPr/>
      </p:nvGrpSpPr>
      <p:grpSpPr>
        <a:xfrm>
          <a:off x="0" y="0"/>
          <a:ext cx="0" cy="0"/>
          <a:chOff x="0" y="0"/>
          <a:chExt cx="0" cy="0"/>
        </a:xfrm>
      </p:grpSpPr>
      <p:sp>
        <p:nvSpPr>
          <p:cNvPr id="323" name="Google Shape;323;p46"/>
          <p:cNvSpPr txBox="1"/>
          <p:nvPr>
            <p:ph type="title"/>
          </p:nvPr>
        </p:nvSpPr>
        <p:spPr>
          <a:xfrm>
            <a:off x="677325" y="1832775"/>
            <a:ext cx="3217200" cy="1484100"/>
          </a:xfrm>
          <a:prstGeom prst="rect">
            <a:avLst/>
          </a:prstGeom>
        </p:spPr>
        <p:txBody>
          <a:bodyPr anchorCtr="0" anchor="ctr" bIns="0" lIns="0" spcFirstLastPara="1" rIns="0"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6"/>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5" name="Google Shape;325;p46"/>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6" name="Google Shape;326;p46"/>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7" name="Google Shape;327;p46"/>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8" name="Google Shape;328;p46"/>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9" name="Google Shape;329;p46"/>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30" name="Shape 330"/>
        <p:cNvGrpSpPr/>
        <p:nvPr/>
      </p:nvGrpSpPr>
      <p:grpSpPr>
        <a:xfrm>
          <a:off x="0" y="0"/>
          <a:ext cx="0" cy="0"/>
          <a:chOff x="0" y="0"/>
          <a:chExt cx="0" cy="0"/>
        </a:xfrm>
      </p:grpSpPr>
      <p:sp>
        <p:nvSpPr>
          <p:cNvPr id="331" name="Google Shape;331;p4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2" name="Google Shape;332;p47"/>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3" name="Google Shape;333;p47"/>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34" name="Shape 334"/>
        <p:cNvGrpSpPr/>
        <p:nvPr/>
      </p:nvGrpSpPr>
      <p:grpSpPr>
        <a:xfrm>
          <a:off x="0" y="0"/>
          <a:ext cx="0" cy="0"/>
          <a:chOff x="0" y="0"/>
          <a:chExt cx="0" cy="0"/>
        </a:xfrm>
      </p:grpSpPr>
      <p:sp>
        <p:nvSpPr>
          <p:cNvPr id="335" name="Google Shape;335;p48"/>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36" name="Google Shape;336;p48"/>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7" name="Google Shape;337;p48"/>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8"/>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9" name="Google Shape;339;p48"/>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40" name="Shape 340"/>
        <p:cNvGrpSpPr/>
        <p:nvPr/>
      </p:nvGrpSpPr>
      <p:grpSpPr>
        <a:xfrm>
          <a:off x="0" y="0"/>
          <a:ext cx="0" cy="0"/>
          <a:chOff x="0" y="0"/>
          <a:chExt cx="0" cy="0"/>
        </a:xfrm>
      </p:grpSpPr>
      <p:sp>
        <p:nvSpPr>
          <p:cNvPr id="341" name="Google Shape;341;p49"/>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2" name="Google Shape;342;p49"/>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3" name="Google Shape;343;p49"/>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44" name="Google Shape;344;p49"/>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5" name="Google Shape;345;p49"/>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6" name="Google Shape;346;p49"/>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7" name="Google Shape;347;p49"/>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48" name="Shape 348"/>
        <p:cNvGrpSpPr/>
        <p:nvPr/>
      </p:nvGrpSpPr>
      <p:grpSpPr>
        <a:xfrm>
          <a:off x="0" y="0"/>
          <a:ext cx="0" cy="0"/>
          <a:chOff x="0" y="0"/>
          <a:chExt cx="0" cy="0"/>
        </a:xfrm>
      </p:grpSpPr>
      <p:sp>
        <p:nvSpPr>
          <p:cNvPr id="349" name="Google Shape;349;p50"/>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0" name="Google Shape;350;p50"/>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1" name="Google Shape;351;p50"/>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2" name="Google Shape;352;p50"/>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3" name="Google Shape;353;p50"/>
          <p:cNvSpPr txBox="1"/>
          <p:nvPr>
            <p:ph type="title"/>
          </p:nvPr>
        </p:nvSpPr>
        <p:spPr>
          <a:xfrm>
            <a:off x="366750"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54" name="Google Shape;354;p50"/>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50"/>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50"/>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7" name="Google Shape;357;p50"/>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58" name="Shape 358"/>
        <p:cNvGrpSpPr/>
        <p:nvPr/>
      </p:nvGrpSpPr>
      <p:grpSpPr>
        <a:xfrm>
          <a:off x="0" y="0"/>
          <a:ext cx="0" cy="0"/>
          <a:chOff x="0" y="0"/>
          <a:chExt cx="0" cy="0"/>
        </a:xfrm>
      </p:grpSpPr>
      <p:sp>
        <p:nvSpPr>
          <p:cNvPr id="359" name="Google Shape;359;p51"/>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0" name="Google Shape;360;p5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61" name="Shape 361"/>
        <p:cNvGrpSpPr/>
        <p:nvPr/>
      </p:nvGrpSpPr>
      <p:grpSpPr>
        <a:xfrm>
          <a:off x="0" y="0"/>
          <a:ext cx="0" cy="0"/>
          <a:chOff x="0" y="0"/>
          <a:chExt cx="0" cy="0"/>
        </a:xfrm>
      </p:grpSpPr>
      <p:sp>
        <p:nvSpPr>
          <p:cNvPr id="362" name="Google Shape;362;p52"/>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3" name="Google Shape;363;p52"/>
          <p:cNvSpPr/>
          <p:nvPr>
            <p:ph idx="2" type="pic"/>
          </p:nvPr>
        </p:nvSpPr>
        <p:spPr>
          <a:xfrm>
            <a:off x="4804825" y="1133300"/>
            <a:ext cx="4027500" cy="2392800"/>
          </a:xfrm>
          <a:prstGeom prst="rect">
            <a:avLst/>
          </a:prstGeom>
          <a:noFill/>
          <a:ln>
            <a:noFill/>
          </a:ln>
        </p:spPr>
      </p:sp>
      <p:sp>
        <p:nvSpPr>
          <p:cNvPr id="364" name="Google Shape;364;p52"/>
          <p:cNvSpPr/>
          <p:nvPr>
            <p:ph idx="3" type="pic"/>
          </p:nvPr>
        </p:nvSpPr>
        <p:spPr>
          <a:xfrm>
            <a:off x="311725" y="1133300"/>
            <a:ext cx="4027500" cy="2392800"/>
          </a:xfrm>
          <a:prstGeom prst="rect">
            <a:avLst/>
          </a:prstGeom>
          <a:noFill/>
          <a:ln>
            <a:noFill/>
          </a:ln>
        </p:spPr>
      </p:sp>
      <p:sp>
        <p:nvSpPr>
          <p:cNvPr id="365" name="Google Shape;365;p52"/>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6" name="Google Shape;366;p52"/>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7" name="Google Shape;367;p52"/>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68" name="Google Shape;368;p52"/>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69" name="Shape 369"/>
        <p:cNvGrpSpPr/>
        <p:nvPr/>
      </p:nvGrpSpPr>
      <p:grpSpPr>
        <a:xfrm>
          <a:off x="0" y="0"/>
          <a:ext cx="0" cy="0"/>
          <a:chOff x="0" y="0"/>
          <a:chExt cx="0" cy="0"/>
        </a:xfrm>
      </p:grpSpPr>
      <p:sp>
        <p:nvSpPr>
          <p:cNvPr id="370" name="Google Shape;370;p53"/>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1" name="Google Shape;371;p53"/>
          <p:cNvSpPr/>
          <p:nvPr>
            <p:ph idx="2" type="pic"/>
          </p:nvPr>
        </p:nvSpPr>
        <p:spPr>
          <a:xfrm>
            <a:off x="6205225" y="1128325"/>
            <a:ext cx="2627100" cy="2273100"/>
          </a:xfrm>
          <a:prstGeom prst="rect">
            <a:avLst/>
          </a:prstGeom>
          <a:noFill/>
          <a:ln>
            <a:noFill/>
          </a:ln>
        </p:spPr>
      </p:sp>
      <p:sp>
        <p:nvSpPr>
          <p:cNvPr id="372" name="Google Shape;372;p53"/>
          <p:cNvSpPr/>
          <p:nvPr>
            <p:ph idx="3" type="pic"/>
          </p:nvPr>
        </p:nvSpPr>
        <p:spPr>
          <a:xfrm>
            <a:off x="311725" y="1128325"/>
            <a:ext cx="2627100" cy="2273100"/>
          </a:xfrm>
          <a:prstGeom prst="rect">
            <a:avLst/>
          </a:prstGeom>
          <a:noFill/>
          <a:ln>
            <a:noFill/>
          </a:ln>
        </p:spPr>
      </p:sp>
      <p:sp>
        <p:nvSpPr>
          <p:cNvPr id="373" name="Google Shape;373;p53"/>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4" name="Google Shape;374;p53"/>
          <p:cNvSpPr/>
          <p:nvPr>
            <p:ph idx="5" type="pic"/>
          </p:nvPr>
        </p:nvSpPr>
        <p:spPr>
          <a:xfrm>
            <a:off x="3255250" y="1128325"/>
            <a:ext cx="2627100" cy="2273100"/>
          </a:xfrm>
          <a:prstGeom prst="rect">
            <a:avLst/>
          </a:prstGeom>
          <a:noFill/>
          <a:ln>
            <a:noFill/>
          </a:ln>
        </p:spPr>
      </p:sp>
      <p:sp>
        <p:nvSpPr>
          <p:cNvPr id="375" name="Google Shape;375;p53"/>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6" name="Google Shape;376;p53"/>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7" name="Google Shape;377;p53"/>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8" name="Google Shape;378;p53"/>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9" name="Google Shape;379;p53"/>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80" name="Shape 380"/>
        <p:cNvGrpSpPr/>
        <p:nvPr/>
      </p:nvGrpSpPr>
      <p:grpSpPr>
        <a:xfrm>
          <a:off x="0" y="0"/>
          <a:ext cx="0" cy="0"/>
          <a:chOff x="0" y="0"/>
          <a:chExt cx="0" cy="0"/>
        </a:xfrm>
      </p:grpSpPr>
      <p:sp>
        <p:nvSpPr>
          <p:cNvPr id="381" name="Google Shape;381;p54"/>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82" name="Shape 382"/>
        <p:cNvGrpSpPr/>
        <p:nvPr/>
      </p:nvGrpSpPr>
      <p:grpSpPr>
        <a:xfrm>
          <a:off x="0" y="0"/>
          <a:ext cx="0" cy="0"/>
          <a:chOff x="0" y="0"/>
          <a:chExt cx="0" cy="0"/>
        </a:xfrm>
      </p:grpSpPr>
      <p:sp>
        <p:nvSpPr>
          <p:cNvPr id="383" name="Google Shape;383;p55"/>
          <p:cNvSpPr/>
          <p:nvPr>
            <p:ph idx="2" type="pic"/>
          </p:nvPr>
        </p:nvSpPr>
        <p:spPr>
          <a:xfrm>
            <a:off x="3389600" y="118913"/>
            <a:ext cx="1643700" cy="1535100"/>
          </a:xfrm>
          <a:prstGeom prst="rect">
            <a:avLst/>
          </a:prstGeom>
          <a:noFill/>
          <a:ln>
            <a:noFill/>
          </a:ln>
        </p:spPr>
      </p:sp>
      <p:sp>
        <p:nvSpPr>
          <p:cNvPr id="384" name="Google Shape;384;p55"/>
          <p:cNvSpPr/>
          <p:nvPr>
            <p:ph idx="3" type="pic"/>
          </p:nvPr>
        </p:nvSpPr>
        <p:spPr>
          <a:xfrm>
            <a:off x="5195935" y="118913"/>
            <a:ext cx="1643700" cy="1535100"/>
          </a:xfrm>
          <a:prstGeom prst="rect">
            <a:avLst/>
          </a:prstGeom>
          <a:noFill/>
          <a:ln>
            <a:noFill/>
          </a:ln>
        </p:spPr>
      </p:sp>
      <p:sp>
        <p:nvSpPr>
          <p:cNvPr id="385" name="Google Shape;385;p55"/>
          <p:cNvSpPr/>
          <p:nvPr>
            <p:ph idx="4" type="pic"/>
          </p:nvPr>
        </p:nvSpPr>
        <p:spPr>
          <a:xfrm>
            <a:off x="7002270" y="118913"/>
            <a:ext cx="1643700" cy="1535100"/>
          </a:xfrm>
          <a:prstGeom prst="rect">
            <a:avLst/>
          </a:prstGeom>
          <a:noFill/>
          <a:ln>
            <a:noFill/>
          </a:ln>
        </p:spPr>
      </p:sp>
      <p:sp>
        <p:nvSpPr>
          <p:cNvPr id="386" name="Google Shape;386;p55"/>
          <p:cNvSpPr/>
          <p:nvPr>
            <p:ph idx="5" type="pic"/>
          </p:nvPr>
        </p:nvSpPr>
        <p:spPr>
          <a:xfrm>
            <a:off x="3389588" y="1804212"/>
            <a:ext cx="1643700" cy="1535100"/>
          </a:xfrm>
          <a:prstGeom prst="rect">
            <a:avLst/>
          </a:prstGeom>
          <a:noFill/>
          <a:ln>
            <a:noFill/>
          </a:ln>
        </p:spPr>
      </p:sp>
      <p:sp>
        <p:nvSpPr>
          <p:cNvPr id="387" name="Google Shape;387;p55"/>
          <p:cNvSpPr/>
          <p:nvPr>
            <p:ph idx="6" type="pic"/>
          </p:nvPr>
        </p:nvSpPr>
        <p:spPr>
          <a:xfrm>
            <a:off x="5195922" y="1804212"/>
            <a:ext cx="1643700" cy="1535100"/>
          </a:xfrm>
          <a:prstGeom prst="rect">
            <a:avLst/>
          </a:prstGeom>
          <a:noFill/>
          <a:ln>
            <a:noFill/>
          </a:ln>
        </p:spPr>
      </p:sp>
      <p:sp>
        <p:nvSpPr>
          <p:cNvPr id="388" name="Google Shape;388;p55"/>
          <p:cNvSpPr/>
          <p:nvPr>
            <p:ph idx="7" type="pic"/>
          </p:nvPr>
        </p:nvSpPr>
        <p:spPr>
          <a:xfrm>
            <a:off x="7002257" y="1804212"/>
            <a:ext cx="1643700" cy="1535100"/>
          </a:xfrm>
          <a:prstGeom prst="rect">
            <a:avLst/>
          </a:prstGeom>
          <a:noFill/>
          <a:ln>
            <a:noFill/>
          </a:ln>
        </p:spPr>
      </p:sp>
      <p:sp>
        <p:nvSpPr>
          <p:cNvPr id="389" name="Google Shape;389;p55"/>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0" name="Google Shape;390;p55"/>
          <p:cNvSpPr/>
          <p:nvPr>
            <p:ph idx="8" type="pic"/>
          </p:nvPr>
        </p:nvSpPr>
        <p:spPr>
          <a:xfrm>
            <a:off x="3389588" y="3489487"/>
            <a:ext cx="1643700" cy="1535100"/>
          </a:xfrm>
          <a:prstGeom prst="rect">
            <a:avLst/>
          </a:prstGeom>
          <a:noFill/>
          <a:ln>
            <a:noFill/>
          </a:ln>
        </p:spPr>
      </p:sp>
      <p:sp>
        <p:nvSpPr>
          <p:cNvPr id="391" name="Google Shape;391;p55"/>
          <p:cNvSpPr/>
          <p:nvPr>
            <p:ph idx="9" type="pic"/>
          </p:nvPr>
        </p:nvSpPr>
        <p:spPr>
          <a:xfrm>
            <a:off x="5195922" y="3489487"/>
            <a:ext cx="1643700" cy="1535100"/>
          </a:xfrm>
          <a:prstGeom prst="rect">
            <a:avLst/>
          </a:prstGeom>
          <a:noFill/>
          <a:ln>
            <a:noFill/>
          </a:ln>
        </p:spPr>
      </p:sp>
      <p:sp>
        <p:nvSpPr>
          <p:cNvPr id="392" name="Google Shape;392;p5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43" Type="http://schemas.openxmlformats.org/officeDocument/2006/relationships/theme" Target="../theme/theme3.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latin typeface="Arimo"/>
                <a:ea typeface="Arimo"/>
                <a:cs typeface="Arimo"/>
                <a:sym typeface="Arimo"/>
              </a:defRPr>
            </a:lvl1pPr>
            <a:lvl2pPr lvl="1">
              <a:lnSpc>
                <a:spcPct val="115000"/>
              </a:lnSpc>
              <a:spcBef>
                <a:spcPts val="0"/>
              </a:spcBef>
              <a:spcAft>
                <a:spcPts val="0"/>
              </a:spcAft>
              <a:buNone/>
              <a:defRPr sz="3600">
                <a:solidFill>
                  <a:schemeClr val="dk1"/>
                </a:solidFill>
                <a:latin typeface="Arimo"/>
                <a:ea typeface="Arimo"/>
                <a:cs typeface="Arimo"/>
                <a:sym typeface="Arimo"/>
              </a:defRPr>
            </a:lvl2pPr>
            <a:lvl3pPr lvl="2">
              <a:lnSpc>
                <a:spcPct val="115000"/>
              </a:lnSpc>
              <a:spcBef>
                <a:spcPts val="0"/>
              </a:spcBef>
              <a:spcAft>
                <a:spcPts val="0"/>
              </a:spcAft>
              <a:buNone/>
              <a:defRPr sz="3600">
                <a:solidFill>
                  <a:schemeClr val="dk1"/>
                </a:solidFill>
                <a:latin typeface="Arimo"/>
                <a:ea typeface="Arimo"/>
                <a:cs typeface="Arimo"/>
                <a:sym typeface="Arimo"/>
              </a:defRPr>
            </a:lvl3pPr>
            <a:lvl4pPr lvl="3">
              <a:lnSpc>
                <a:spcPct val="115000"/>
              </a:lnSpc>
              <a:spcBef>
                <a:spcPts val="0"/>
              </a:spcBef>
              <a:spcAft>
                <a:spcPts val="0"/>
              </a:spcAft>
              <a:buNone/>
              <a:defRPr sz="3600">
                <a:solidFill>
                  <a:schemeClr val="dk1"/>
                </a:solidFill>
                <a:latin typeface="Arimo"/>
                <a:ea typeface="Arimo"/>
                <a:cs typeface="Arimo"/>
                <a:sym typeface="Arimo"/>
              </a:defRPr>
            </a:lvl4pPr>
            <a:lvl5pPr lvl="4">
              <a:lnSpc>
                <a:spcPct val="115000"/>
              </a:lnSpc>
              <a:spcBef>
                <a:spcPts val="0"/>
              </a:spcBef>
              <a:spcAft>
                <a:spcPts val="0"/>
              </a:spcAft>
              <a:buNone/>
              <a:defRPr sz="3600">
                <a:solidFill>
                  <a:schemeClr val="dk1"/>
                </a:solidFill>
                <a:latin typeface="Arimo"/>
                <a:ea typeface="Arimo"/>
                <a:cs typeface="Arimo"/>
                <a:sym typeface="Arimo"/>
              </a:defRPr>
            </a:lvl5pPr>
            <a:lvl6pPr lvl="5">
              <a:lnSpc>
                <a:spcPct val="115000"/>
              </a:lnSpc>
              <a:spcBef>
                <a:spcPts val="0"/>
              </a:spcBef>
              <a:spcAft>
                <a:spcPts val="0"/>
              </a:spcAft>
              <a:buNone/>
              <a:defRPr sz="3600">
                <a:solidFill>
                  <a:schemeClr val="dk1"/>
                </a:solidFill>
                <a:latin typeface="Arimo"/>
                <a:ea typeface="Arimo"/>
                <a:cs typeface="Arimo"/>
                <a:sym typeface="Arimo"/>
              </a:defRPr>
            </a:lvl6pPr>
            <a:lvl7pPr lvl="6">
              <a:lnSpc>
                <a:spcPct val="115000"/>
              </a:lnSpc>
              <a:spcBef>
                <a:spcPts val="0"/>
              </a:spcBef>
              <a:spcAft>
                <a:spcPts val="0"/>
              </a:spcAft>
              <a:buNone/>
              <a:defRPr sz="3600">
                <a:solidFill>
                  <a:schemeClr val="dk1"/>
                </a:solidFill>
                <a:latin typeface="Arimo"/>
                <a:ea typeface="Arimo"/>
                <a:cs typeface="Arimo"/>
                <a:sym typeface="Arimo"/>
              </a:defRPr>
            </a:lvl7pPr>
            <a:lvl8pPr lvl="7">
              <a:lnSpc>
                <a:spcPct val="115000"/>
              </a:lnSpc>
              <a:spcBef>
                <a:spcPts val="0"/>
              </a:spcBef>
              <a:spcAft>
                <a:spcPts val="0"/>
              </a:spcAft>
              <a:buNone/>
              <a:defRPr sz="3600">
                <a:solidFill>
                  <a:schemeClr val="dk1"/>
                </a:solidFill>
                <a:latin typeface="Arimo"/>
                <a:ea typeface="Arimo"/>
                <a:cs typeface="Arimo"/>
                <a:sym typeface="Arimo"/>
              </a:defRPr>
            </a:lvl8pPr>
            <a:lvl9pPr lvl="8">
              <a:lnSpc>
                <a:spcPct val="115000"/>
              </a:lnSpc>
              <a:spcBef>
                <a:spcPts val="0"/>
              </a:spcBef>
              <a:spcAft>
                <a:spcPts val="0"/>
              </a:spcAft>
              <a:buNone/>
              <a:defRPr sz="3600">
                <a:solidFill>
                  <a:schemeClr val="dk1"/>
                </a:solidFill>
                <a:latin typeface="Arimo"/>
                <a:ea typeface="Arimo"/>
                <a:cs typeface="Arimo"/>
                <a:sym typeface="Arimo"/>
              </a:defRPr>
            </a:lvl9pPr>
          </a:lstStyle>
          <a:p/>
        </p:txBody>
      </p:sp>
      <p:sp>
        <p:nvSpPr>
          <p:cNvPr id="52" name="Google Shape;52;p13"/>
          <p:cNvSpPr txBox="1"/>
          <p:nvPr>
            <p:ph idx="1" type="body"/>
          </p:nvPr>
        </p:nvSpPr>
        <p:spPr>
          <a:xfrm>
            <a:off x="284850" y="2001325"/>
            <a:ext cx="4088100" cy="24402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indent="-304800" lvl="1" marL="914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indent="-304800" lvl="2" marL="1371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indent="-304800" lvl="3" marL="1828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indent="-304800" lvl="4" marL="22860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indent="-304800" lvl="5" marL="2743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indent="-304800" lvl="6" marL="3200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indent="-304800" lvl="7" marL="3657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indent="-304800" lvl="8" marL="4114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75">
          <p15:clr>
            <a:srgbClr val="E46962"/>
          </p15:clr>
        </p15:guide>
        <p15:guide id="2" orient="horz" pos="3061">
          <p15:clr>
            <a:srgbClr val="E46962"/>
          </p15:clr>
        </p15:guide>
        <p15:guide id="3" orient="horz" pos="175">
          <p15:clr>
            <a:srgbClr val="E46962"/>
          </p15:clr>
        </p15:guide>
        <p15:guide id="4" pos="5585">
          <p15:clr>
            <a:srgbClr val="E46962"/>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6"/>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sz="1200"/>
              <a:t>Max Allworth-Miles, Owen Lutz, </a:t>
            </a:r>
            <a:r>
              <a:rPr lang="en" sz="1200"/>
              <a:t>Gauransh</a:t>
            </a:r>
            <a:r>
              <a:rPr lang="en" sz="1200"/>
              <a:t> Thapar</a:t>
            </a:r>
            <a:endParaRPr sz="1200"/>
          </a:p>
        </p:txBody>
      </p:sp>
      <p:sp>
        <p:nvSpPr>
          <p:cNvPr id="398" name="Google Shape;398;p56"/>
          <p:cNvSpPr txBox="1"/>
          <p:nvPr>
            <p:ph idx="2" type="subTitle"/>
          </p:nvPr>
        </p:nvSpPr>
        <p:spPr>
          <a:xfrm>
            <a:off x="805650" y="582750"/>
            <a:ext cx="32994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CSC 480: Artificial Intelligence</a:t>
            </a:r>
            <a:endParaRPr/>
          </a:p>
        </p:txBody>
      </p:sp>
      <p:sp>
        <p:nvSpPr>
          <p:cNvPr id="399" name="Google Shape;399;p56"/>
          <p:cNvSpPr txBox="1"/>
          <p:nvPr>
            <p:ph type="title"/>
          </p:nvPr>
        </p:nvSpPr>
        <p:spPr>
          <a:xfrm>
            <a:off x="795525" y="2323100"/>
            <a:ext cx="4838100" cy="1453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ConnectionsBot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7"/>
          <p:cNvSpPr txBox="1"/>
          <p:nvPr>
            <p:ph type="title"/>
          </p:nvPr>
        </p:nvSpPr>
        <p:spPr>
          <a:xfrm>
            <a:off x="277500" y="416250"/>
            <a:ext cx="2416200" cy="569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Connections</a:t>
            </a:r>
            <a:endParaRPr/>
          </a:p>
        </p:txBody>
      </p:sp>
      <p:pic>
        <p:nvPicPr>
          <p:cNvPr id="405" name="Google Shape;405;p57" title="Screenshot 2026-06-09 at 6.02.55 PM.png"/>
          <p:cNvPicPr preferRelativeResize="0"/>
          <p:nvPr/>
        </p:nvPicPr>
        <p:blipFill>
          <a:blip r:embed="rId3">
            <a:alphaModFix/>
          </a:blip>
          <a:stretch>
            <a:fillRect/>
          </a:stretch>
        </p:blipFill>
        <p:spPr>
          <a:xfrm>
            <a:off x="277500" y="1132025"/>
            <a:ext cx="3955901" cy="3129200"/>
          </a:xfrm>
          <a:prstGeom prst="rect">
            <a:avLst/>
          </a:prstGeom>
          <a:noFill/>
          <a:ln>
            <a:noFill/>
          </a:ln>
        </p:spPr>
      </p:pic>
      <p:pic>
        <p:nvPicPr>
          <p:cNvPr id="406" name="Google Shape;406;p57" title="Screenshot 2026-06-09 at 6.15.10 PM.png"/>
          <p:cNvPicPr preferRelativeResize="0"/>
          <p:nvPr/>
        </p:nvPicPr>
        <p:blipFill rotWithShape="1">
          <a:blip r:embed="rId4">
            <a:alphaModFix/>
          </a:blip>
          <a:srcRect b="0" l="2178" r="2311" t="1816"/>
          <a:stretch/>
        </p:blipFill>
        <p:spPr>
          <a:xfrm>
            <a:off x="4625328" y="1132025"/>
            <a:ext cx="4241172" cy="3129200"/>
          </a:xfrm>
          <a:prstGeom prst="rect">
            <a:avLst/>
          </a:prstGeom>
          <a:noFill/>
          <a:ln>
            <a:noFill/>
          </a:ln>
        </p:spPr>
      </p:pic>
      <p:sp>
        <p:nvSpPr>
          <p:cNvPr id="407" name="Google Shape;407;p57"/>
          <p:cNvSpPr/>
          <p:nvPr/>
        </p:nvSpPr>
        <p:spPr>
          <a:xfrm>
            <a:off x="4288050" y="2579175"/>
            <a:ext cx="282600" cy="234900"/>
          </a:xfrm>
          <a:prstGeom prst="rightArrow">
            <a:avLst>
              <a:gd fmla="val 50000" name="adj1"/>
              <a:gd fmla="val 50000" name="adj2"/>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accent1"/>
              </a:highlight>
              <a:latin typeface="Arimo"/>
              <a:ea typeface="Arimo"/>
              <a:cs typeface="Arimo"/>
              <a:sym typeface="Arim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id="412" name="Google Shape;412;p58"/>
          <p:cNvPicPr preferRelativeResize="0"/>
          <p:nvPr/>
        </p:nvPicPr>
        <p:blipFill rotWithShape="1">
          <a:blip r:embed="rId3">
            <a:alphaModFix amt="10000"/>
          </a:blip>
          <a:srcRect b="14553" l="1069" r="50141" t="20939"/>
          <a:stretch/>
        </p:blipFill>
        <p:spPr>
          <a:xfrm>
            <a:off x="274125" y="1110700"/>
            <a:ext cx="8589000" cy="3748200"/>
          </a:xfrm>
          <a:prstGeom prst="roundRect">
            <a:avLst>
              <a:gd fmla="val 10347" name="adj"/>
            </a:avLst>
          </a:prstGeom>
          <a:noFill/>
          <a:ln>
            <a:noFill/>
          </a:ln>
        </p:spPr>
      </p:pic>
      <p:sp>
        <p:nvSpPr>
          <p:cNvPr id="413" name="Google Shape;413;p58"/>
          <p:cNvSpPr txBox="1"/>
          <p:nvPr>
            <p:ph type="title"/>
          </p:nvPr>
        </p:nvSpPr>
        <p:spPr>
          <a:xfrm>
            <a:off x="277500" y="277500"/>
            <a:ext cx="4820400" cy="636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Goal</a:t>
            </a:r>
            <a:endParaRPr/>
          </a:p>
        </p:txBody>
      </p:sp>
      <p:sp>
        <p:nvSpPr>
          <p:cNvPr id="414" name="Google Shape;414;p58"/>
          <p:cNvSpPr txBox="1"/>
          <p:nvPr>
            <p:ph type="title"/>
          </p:nvPr>
        </p:nvSpPr>
        <p:spPr>
          <a:xfrm>
            <a:off x="508725" y="1264300"/>
            <a:ext cx="8119800" cy="32277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4000"/>
              <a:t>Build an </a:t>
            </a:r>
            <a:r>
              <a:rPr b="1" lang="en" sz="4000"/>
              <a:t>intelligent system </a:t>
            </a:r>
            <a:r>
              <a:rPr lang="en" sz="4000"/>
              <a:t>capable of solving Connections</a:t>
            </a:r>
            <a:endParaRPr sz="4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pic>
        <p:nvPicPr>
          <p:cNvPr id="419" name="Google Shape;419;p59"/>
          <p:cNvPicPr preferRelativeResize="0"/>
          <p:nvPr/>
        </p:nvPicPr>
        <p:blipFill rotWithShape="1">
          <a:blip r:embed="rId3">
            <a:alphaModFix amt="10000"/>
          </a:blip>
          <a:srcRect b="14553" l="1069" r="50141" t="20939"/>
          <a:stretch/>
        </p:blipFill>
        <p:spPr>
          <a:xfrm>
            <a:off x="274125" y="1110700"/>
            <a:ext cx="8589000" cy="3748200"/>
          </a:xfrm>
          <a:prstGeom prst="roundRect">
            <a:avLst>
              <a:gd fmla="val 10347" name="adj"/>
            </a:avLst>
          </a:prstGeom>
          <a:noFill/>
          <a:ln>
            <a:noFill/>
          </a:ln>
        </p:spPr>
      </p:pic>
      <p:sp>
        <p:nvSpPr>
          <p:cNvPr id="420" name="Google Shape;420;p59"/>
          <p:cNvSpPr txBox="1"/>
          <p:nvPr>
            <p:ph type="title"/>
          </p:nvPr>
        </p:nvSpPr>
        <p:spPr>
          <a:xfrm>
            <a:off x="277500" y="277500"/>
            <a:ext cx="4820400" cy="636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System Design</a:t>
            </a:r>
            <a:endParaRPr/>
          </a:p>
        </p:txBody>
      </p:sp>
      <p:pic>
        <p:nvPicPr>
          <p:cNvPr id="421" name="Google Shape;421;p59" title="ConnectionsBot.png"/>
          <p:cNvPicPr preferRelativeResize="0"/>
          <p:nvPr/>
        </p:nvPicPr>
        <p:blipFill>
          <a:blip r:embed="rId4">
            <a:alphaModFix/>
          </a:blip>
          <a:stretch>
            <a:fillRect/>
          </a:stretch>
        </p:blipFill>
        <p:spPr>
          <a:xfrm>
            <a:off x="352375" y="1110700"/>
            <a:ext cx="8439249" cy="38950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0"/>
          <p:cNvSpPr txBox="1"/>
          <p:nvPr>
            <p:ph type="title"/>
          </p:nvPr>
        </p:nvSpPr>
        <p:spPr>
          <a:xfrm>
            <a:off x="617775" y="3909050"/>
            <a:ext cx="7590900" cy="5697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lt1"/>
              </a:buClr>
              <a:buSzPts val="1100"/>
              <a:buNone/>
            </a:pPr>
            <a:r>
              <a:t/>
            </a:r>
            <a:endParaRPr/>
          </a:p>
          <a:p>
            <a:pPr indent="0" lvl="0" marL="0" rtl="0" algn="l">
              <a:spcBef>
                <a:spcPts val="0"/>
              </a:spcBef>
              <a:spcAft>
                <a:spcPts val="0"/>
              </a:spcAft>
              <a:buNone/>
            </a:pPr>
            <a:r>
              <a:rPr lang="en"/>
              <a:t>Guessing Heuristics</a:t>
            </a:r>
            <a:endParaRPr/>
          </a:p>
        </p:txBody>
      </p:sp>
      <p:sp>
        <p:nvSpPr>
          <p:cNvPr id="427" name="Google Shape;427;p60"/>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pic>
        <p:nvPicPr>
          <p:cNvPr id="432" name="Google Shape;432;p61"/>
          <p:cNvPicPr preferRelativeResize="0"/>
          <p:nvPr/>
        </p:nvPicPr>
        <p:blipFill rotWithShape="1">
          <a:blip r:embed="rId3">
            <a:alphaModFix amt="10000"/>
          </a:blip>
          <a:srcRect b="14553" l="1069" r="50141" t="20939"/>
          <a:stretch/>
        </p:blipFill>
        <p:spPr>
          <a:xfrm>
            <a:off x="274125" y="1110700"/>
            <a:ext cx="8589000" cy="3748200"/>
          </a:xfrm>
          <a:prstGeom prst="roundRect">
            <a:avLst>
              <a:gd fmla="val 10347" name="adj"/>
            </a:avLst>
          </a:prstGeom>
          <a:noFill/>
          <a:ln>
            <a:noFill/>
          </a:ln>
        </p:spPr>
      </p:pic>
      <p:sp>
        <p:nvSpPr>
          <p:cNvPr id="433" name="Google Shape;433;p61"/>
          <p:cNvSpPr txBox="1"/>
          <p:nvPr>
            <p:ph type="title"/>
          </p:nvPr>
        </p:nvSpPr>
        <p:spPr>
          <a:xfrm>
            <a:off x="277500" y="277500"/>
            <a:ext cx="4820400" cy="636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Embedding Similarity</a:t>
            </a:r>
            <a:endParaRPr/>
          </a:p>
        </p:txBody>
      </p:sp>
      <p:sp>
        <p:nvSpPr>
          <p:cNvPr id="434" name="Google Shape;434;p61"/>
          <p:cNvSpPr txBox="1"/>
          <p:nvPr>
            <p:ph type="title"/>
          </p:nvPr>
        </p:nvSpPr>
        <p:spPr>
          <a:xfrm>
            <a:off x="508725" y="1264300"/>
            <a:ext cx="8119800" cy="3227700"/>
          </a:xfrm>
          <a:prstGeom prst="rect">
            <a:avLst/>
          </a:prstGeom>
        </p:spPr>
        <p:txBody>
          <a:bodyPr anchorCtr="0" anchor="t" bIns="0" lIns="0" spcFirstLastPara="1" rIns="0" wrap="square" tIns="91425">
            <a:noAutofit/>
          </a:bodyPr>
          <a:lstStyle/>
          <a:p>
            <a:pPr indent="-342900" lvl="0" marL="457200" rtl="0" algn="l">
              <a:lnSpc>
                <a:spcPct val="115000"/>
              </a:lnSpc>
              <a:spcBef>
                <a:spcPts val="0"/>
              </a:spcBef>
              <a:spcAft>
                <a:spcPts val="0"/>
              </a:spcAft>
              <a:buSzPts val="1800"/>
              <a:buChar char="●"/>
            </a:pPr>
            <a:r>
              <a:rPr lang="en" sz="1800"/>
              <a:t>Word embeddings: high dimensional vectors representative of a words meaning</a:t>
            </a:r>
            <a:endParaRPr sz="1800"/>
          </a:p>
          <a:p>
            <a:pPr indent="-342900" lvl="0" marL="457200" rtl="0" algn="l">
              <a:lnSpc>
                <a:spcPct val="115000"/>
              </a:lnSpc>
              <a:spcBef>
                <a:spcPts val="0"/>
              </a:spcBef>
              <a:spcAft>
                <a:spcPts val="0"/>
              </a:spcAft>
              <a:buSzPts val="1800"/>
              <a:buChar char="●"/>
            </a:pPr>
            <a:r>
              <a:rPr lang="en" sz="1800"/>
              <a:t>Method: Take the average cosine similarity between every pair of word vectors in every 4 word combinations, return the “most similar” (lowest mean cosine similarity) 4 words.</a:t>
            </a:r>
            <a:endParaRPr sz="1800"/>
          </a:p>
          <a:p>
            <a:pPr indent="-342900" lvl="0" marL="457200" rtl="0" algn="l">
              <a:lnSpc>
                <a:spcPct val="115000"/>
              </a:lnSpc>
              <a:spcBef>
                <a:spcPts val="0"/>
              </a:spcBef>
              <a:spcAft>
                <a:spcPts val="0"/>
              </a:spcAft>
              <a:buSzPts val="1800"/>
              <a:buChar char="●"/>
            </a:pPr>
            <a:r>
              <a:rPr lang="en" sz="1800"/>
              <a:t>Works well for groups of synonyms and groups of related words with a single dominant sense.</a:t>
            </a:r>
            <a:endParaRPr sz="1800"/>
          </a:p>
          <a:p>
            <a:pPr indent="-342900" lvl="0" marL="457200" rtl="0" algn="l">
              <a:lnSpc>
                <a:spcPct val="115000"/>
              </a:lnSpc>
              <a:spcBef>
                <a:spcPts val="0"/>
              </a:spcBef>
              <a:spcAft>
                <a:spcPts val="0"/>
              </a:spcAft>
              <a:buSzPts val="1800"/>
              <a:buChar char="●"/>
            </a:pPr>
            <a:r>
              <a:rPr lang="en" sz="1800"/>
              <a:t>Overall the best general use heuristic due to performance and efficiency.</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pic>
        <p:nvPicPr>
          <p:cNvPr id="439" name="Google Shape;439;p62"/>
          <p:cNvPicPr preferRelativeResize="0"/>
          <p:nvPr/>
        </p:nvPicPr>
        <p:blipFill rotWithShape="1">
          <a:blip r:embed="rId3">
            <a:alphaModFix amt="10000"/>
          </a:blip>
          <a:srcRect b="14553" l="1069" r="50141" t="20939"/>
          <a:stretch/>
        </p:blipFill>
        <p:spPr>
          <a:xfrm>
            <a:off x="274125" y="1110700"/>
            <a:ext cx="8589000" cy="3748200"/>
          </a:xfrm>
          <a:prstGeom prst="roundRect">
            <a:avLst>
              <a:gd fmla="val 10347" name="adj"/>
            </a:avLst>
          </a:prstGeom>
          <a:noFill/>
          <a:ln>
            <a:noFill/>
          </a:ln>
        </p:spPr>
      </p:pic>
      <p:sp>
        <p:nvSpPr>
          <p:cNvPr id="440" name="Google Shape;440;p62"/>
          <p:cNvSpPr txBox="1"/>
          <p:nvPr>
            <p:ph type="title"/>
          </p:nvPr>
        </p:nvSpPr>
        <p:spPr>
          <a:xfrm>
            <a:off x="277500" y="277500"/>
            <a:ext cx="4820400" cy="636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WordNet</a:t>
            </a:r>
            <a:endParaRPr/>
          </a:p>
        </p:txBody>
      </p:sp>
      <p:sp>
        <p:nvSpPr>
          <p:cNvPr id="441" name="Google Shape;441;p62"/>
          <p:cNvSpPr txBox="1"/>
          <p:nvPr>
            <p:ph type="title"/>
          </p:nvPr>
        </p:nvSpPr>
        <p:spPr>
          <a:xfrm>
            <a:off x="508725" y="1264300"/>
            <a:ext cx="8119800" cy="3227700"/>
          </a:xfrm>
          <a:prstGeom prst="rect">
            <a:avLst/>
          </a:prstGeom>
        </p:spPr>
        <p:txBody>
          <a:bodyPr anchorCtr="0" anchor="t" bIns="0" lIns="0" spcFirstLastPara="1" rIns="0" wrap="square" tIns="91425">
            <a:noAutofit/>
          </a:bodyPr>
          <a:lstStyle/>
          <a:p>
            <a:pPr indent="-342900" lvl="0" marL="457200" rtl="0" algn="l">
              <a:lnSpc>
                <a:spcPct val="115000"/>
              </a:lnSpc>
              <a:spcBef>
                <a:spcPts val="0"/>
              </a:spcBef>
              <a:spcAft>
                <a:spcPts val="0"/>
              </a:spcAft>
              <a:buSzPts val="1800"/>
              <a:buChar char="●"/>
            </a:pPr>
            <a:r>
              <a:rPr lang="en" sz="1800"/>
              <a:t>Database of English words grouped by relationship (mostly interested in synonyms), with multiple distinct senses for words.</a:t>
            </a:r>
            <a:endParaRPr sz="1800"/>
          </a:p>
          <a:p>
            <a:pPr indent="-342900" lvl="0" marL="457200" rtl="0" algn="l">
              <a:lnSpc>
                <a:spcPct val="115000"/>
              </a:lnSpc>
              <a:spcBef>
                <a:spcPts val="0"/>
              </a:spcBef>
              <a:spcAft>
                <a:spcPts val="0"/>
              </a:spcAft>
              <a:buSzPts val="1800"/>
              <a:buChar char="●"/>
            </a:pPr>
            <a:r>
              <a:rPr lang="en" sz="1800"/>
              <a:t>Should perform better on groups that are synonyms of uncommon senses of words (ex: “bank” as in a river bank, not a financial institution).</a:t>
            </a:r>
            <a:endParaRPr sz="1800"/>
          </a:p>
          <a:p>
            <a:pPr indent="-342900" lvl="0" marL="457200" rtl="0" algn="l">
              <a:lnSpc>
                <a:spcPct val="115000"/>
              </a:lnSpc>
              <a:spcBef>
                <a:spcPts val="0"/>
              </a:spcBef>
              <a:spcAft>
                <a:spcPts val="0"/>
              </a:spcAft>
              <a:buSzPts val="1800"/>
              <a:buChar char="●"/>
            </a:pPr>
            <a:r>
              <a:rPr lang="en" sz="1800"/>
              <a:t>Method: For each word, find synonyms for each of its senses. If 3 synonyms are available words in the game, group into a guess.</a:t>
            </a:r>
            <a:endParaRPr sz="1800"/>
          </a:p>
          <a:p>
            <a:pPr indent="-342900" lvl="0" marL="457200" rtl="0" algn="l">
              <a:lnSpc>
                <a:spcPct val="115000"/>
              </a:lnSpc>
              <a:spcBef>
                <a:spcPts val="0"/>
              </a:spcBef>
              <a:spcAft>
                <a:spcPts val="0"/>
              </a:spcAft>
              <a:buSzPts val="1800"/>
              <a:buChar char="●"/>
            </a:pPr>
            <a:r>
              <a:rPr lang="en" sz="1800"/>
              <a:t>Didn’t make any correct guesses using this method, removed from final program to save time</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id="446" name="Google Shape;446;p63"/>
          <p:cNvPicPr preferRelativeResize="0"/>
          <p:nvPr/>
        </p:nvPicPr>
        <p:blipFill rotWithShape="1">
          <a:blip r:embed="rId3">
            <a:alphaModFix amt="10000"/>
          </a:blip>
          <a:srcRect b="14553" l="1069" r="50141" t="20939"/>
          <a:stretch/>
        </p:blipFill>
        <p:spPr>
          <a:xfrm>
            <a:off x="274125" y="1110700"/>
            <a:ext cx="8589000" cy="3748200"/>
          </a:xfrm>
          <a:prstGeom prst="roundRect">
            <a:avLst>
              <a:gd fmla="val 10347" name="adj"/>
            </a:avLst>
          </a:prstGeom>
          <a:noFill/>
          <a:ln>
            <a:noFill/>
          </a:ln>
        </p:spPr>
      </p:pic>
      <p:sp>
        <p:nvSpPr>
          <p:cNvPr id="447" name="Google Shape;447;p63"/>
          <p:cNvSpPr txBox="1"/>
          <p:nvPr>
            <p:ph type="title"/>
          </p:nvPr>
        </p:nvSpPr>
        <p:spPr>
          <a:xfrm>
            <a:off x="277500" y="277500"/>
            <a:ext cx="4820400" cy="636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Character Insertion</a:t>
            </a:r>
            <a:endParaRPr/>
          </a:p>
        </p:txBody>
      </p:sp>
      <p:sp>
        <p:nvSpPr>
          <p:cNvPr id="448" name="Google Shape;448;p63"/>
          <p:cNvSpPr txBox="1"/>
          <p:nvPr>
            <p:ph type="title"/>
          </p:nvPr>
        </p:nvSpPr>
        <p:spPr>
          <a:xfrm>
            <a:off x="508725" y="1264300"/>
            <a:ext cx="8119800" cy="3227700"/>
          </a:xfrm>
          <a:prstGeom prst="rect">
            <a:avLst/>
          </a:prstGeom>
        </p:spPr>
        <p:txBody>
          <a:bodyPr anchorCtr="0" anchor="t" bIns="0" lIns="0" spcFirstLastPara="1" rIns="0" wrap="square" tIns="91425">
            <a:noAutofit/>
          </a:bodyPr>
          <a:lstStyle/>
          <a:p>
            <a:pPr indent="-342900" lvl="0" marL="457200" rtl="0" algn="l">
              <a:lnSpc>
                <a:spcPct val="115000"/>
              </a:lnSpc>
              <a:spcBef>
                <a:spcPts val="0"/>
              </a:spcBef>
              <a:spcAft>
                <a:spcPts val="0"/>
              </a:spcAft>
              <a:buSzPts val="1800"/>
              <a:buChar char="●"/>
            </a:pPr>
            <a:r>
              <a:rPr lang="en" sz="1800"/>
              <a:t>Connections categories often involve wordplay, this approach aims to solve a specific type</a:t>
            </a:r>
            <a:endParaRPr sz="1800"/>
          </a:p>
          <a:p>
            <a:pPr indent="-342900" lvl="0" marL="457200" rtl="0" algn="l">
              <a:lnSpc>
                <a:spcPct val="115000"/>
              </a:lnSpc>
              <a:spcBef>
                <a:spcPts val="0"/>
              </a:spcBef>
              <a:spcAft>
                <a:spcPts val="0"/>
              </a:spcAft>
              <a:buSzPts val="1800"/>
              <a:buChar char="●"/>
            </a:pPr>
            <a:r>
              <a:rPr lang="en" sz="1800"/>
              <a:t>Game Ex: “FOUNDER”, “SALON”, “SURGEON”, “TROT” →</a:t>
            </a:r>
            <a:endParaRPr sz="1800"/>
          </a:p>
          <a:p>
            <a:pPr indent="0" lvl="0" marL="457200" rtl="0" algn="l">
              <a:lnSpc>
                <a:spcPct val="115000"/>
              </a:lnSpc>
              <a:spcBef>
                <a:spcPts val="0"/>
              </a:spcBef>
              <a:spcAft>
                <a:spcPts val="0"/>
              </a:spcAft>
              <a:buNone/>
            </a:pPr>
            <a:r>
              <a:rPr lang="en" sz="1800"/>
              <a:t>“FLOUNDER”, “SALMON”, “STURGEON”, “TROUT” (Fish minus a letter)</a:t>
            </a:r>
            <a:endParaRPr sz="1800"/>
          </a:p>
          <a:p>
            <a:pPr indent="-342900" lvl="0" marL="457200" rtl="0" algn="l">
              <a:lnSpc>
                <a:spcPct val="115000"/>
              </a:lnSpc>
              <a:spcBef>
                <a:spcPts val="0"/>
              </a:spcBef>
              <a:spcAft>
                <a:spcPts val="0"/>
              </a:spcAft>
              <a:buSzPts val="1800"/>
              <a:buChar char="●"/>
            </a:pPr>
            <a:r>
              <a:rPr lang="en" sz="1800"/>
              <a:t>Method: Insert characters into various positions in words. If resultant strings are valid english words, store them and take the average cosine similarity (borrowed from embedding similarity method) to find the 4 most similar modified words.</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pic>
        <p:nvPicPr>
          <p:cNvPr id="453" name="Google Shape;453;p64"/>
          <p:cNvPicPr preferRelativeResize="0"/>
          <p:nvPr/>
        </p:nvPicPr>
        <p:blipFill rotWithShape="1">
          <a:blip r:embed="rId3">
            <a:alphaModFix amt="10000"/>
          </a:blip>
          <a:srcRect b="14553" l="1069" r="50141" t="20939"/>
          <a:stretch/>
        </p:blipFill>
        <p:spPr>
          <a:xfrm>
            <a:off x="274125" y="1110700"/>
            <a:ext cx="8589000" cy="3748200"/>
          </a:xfrm>
          <a:prstGeom prst="roundRect">
            <a:avLst>
              <a:gd fmla="val 10347" name="adj"/>
            </a:avLst>
          </a:prstGeom>
          <a:noFill/>
          <a:ln>
            <a:noFill/>
          </a:ln>
        </p:spPr>
      </p:pic>
      <p:sp>
        <p:nvSpPr>
          <p:cNvPr id="454" name="Google Shape;454;p64"/>
          <p:cNvSpPr txBox="1"/>
          <p:nvPr>
            <p:ph type="title"/>
          </p:nvPr>
        </p:nvSpPr>
        <p:spPr>
          <a:xfrm>
            <a:off x="277500" y="277500"/>
            <a:ext cx="4820400" cy="636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Homophone Similarity</a:t>
            </a:r>
            <a:endParaRPr/>
          </a:p>
        </p:txBody>
      </p:sp>
      <p:sp>
        <p:nvSpPr>
          <p:cNvPr id="455" name="Google Shape;455;p64"/>
          <p:cNvSpPr txBox="1"/>
          <p:nvPr>
            <p:ph type="title"/>
          </p:nvPr>
        </p:nvSpPr>
        <p:spPr>
          <a:xfrm>
            <a:off x="508725" y="1264300"/>
            <a:ext cx="8119800" cy="3227700"/>
          </a:xfrm>
          <a:prstGeom prst="rect">
            <a:avLst/>
          </a:prstGeom>
        </p:spPr>
        <p:txBody>
          <a:bodyPr anchorCtr="0" anchor="t" bIns="0" lIns="0" spcFirstLastPara="1" rIns="0" wrap="square" tIns="91425">
            <a:noAutofit/>
          </a:bodyPr>
          <a:lstStyle/>
          <a:p>
            <a:pPr indent="-342900" lvl="0" marL="457200" rtl="0" algn="l">
              <a:lnSpc>
                <a:spcPct val="115000"/>
              </a:lnSpc>
              <a:spcBef>
                <a:spcPts val="0"/>
              </a:spcBef>
              <a:spcAft>
                <a:spcPts val="0"/>
              </a:spcAft>
              <a:buSzPts val="1800"/>
              <a:buChar char="●"/>
            </a:pPr>
            <a:r>
              <a:rPr lang="en" sz="1800"/>
              <a:t>Homophone: A word that is pronounced the same as another word but differs in spelling</a:t>
            </a:r>
            <a:endParaRPr sz="1800"/>
          </a:p>
          <a:p>
            <a:pPr indent="-342900" lvl="0" marL="457200" rtl="0" algn="l">
              <a:lnSpc>
                <a:spcPct val="115000"/>
              </a:lnSpc>
              <a:spcBef>
                <a:spcPts val="0"/>
              </a:spcBef>
              <a:spcAft>
                <a:spcPts val="0"/>
              </a:spcAft>
              <a:buSzPts val="1800"/>
              <a:buChar char="●"/>
            </a:pPr>
            <a:r>
              <a:rPr lang="en" sz="1800"/>
              <a:t>Method: Find homophones of available words. T</a:t>
            </a:r>
            <a:r>
              <a:rPr lang="en" sz="1800"/>
              <a:t>ake the average cosine similarity between homophones (borrowed from embedding similarity method) to find the 4 most similar homophones, and return the original words.</a:t>
            </a:r>
            <a:endParaRPr sz="1800"/>
          </a:p>
          <a:p>
            <a:pPr indent="-342900" lvl="0" marL="457200" rtl="0" algn="l">
              <a:lnSpc>
                <a:spcPct val="115000"/>
              </a:lnSpc>
              <a:spcBef>
                <a:spcPts val="0"/>
              </a:spcBef>
              <a:spcAft>
                <a:spcPts val="0"/>
              </a:spcAft>
              <a:buClr>
                <a:schemeClr val="lt1"/>
              </a:buClr>
              <a:buSzPts val="1800"/>
              <a:buChar char="●"/>
            </a:pPr>
            <a:r>
              <a:rPr lang="en" sz="1800"/>
              <a:t>Game Ex: “AWL”, “NUN”, “PHEW”, “SUM” →</a:t>
            </a:r>
            <a:endParaRPr sz="1800"/>
          </a:p>
          <a:p>
            <a:pPr indent="0" lvl="0" marL="457200" rtl="0" algn="l">
              <a:lnSpc>
                <a:spcPct val="115000"/>
              </a:lnSpc>
              <a:spcBef>
                <a:spcPts val="0"/>
              </a:spcBef>
              <a:spcAft>
                <a:spcPts val="0"/>
              </a:spcAft>
              <a:buNone/>
            </a:pPr>
            <a:r>
              <a:rPr lang="en" sz="1800"/>
              <a:t>“ALL”, “NONE”, “FEW”, “SOME” (Homophones of non-numeric amounts)</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id="460" name="Google Shape;460;p65"/>
          <p:cNvPicPr preferRelativeResize="0"/>
          <p:nvPr/>
        </p:nvPicPr>
        <p:blipFill rotWithShape="1">
          <a:blip r:embed="rId3">
            <a:alphaModFix amt="10000"/>
          </a:blip>
          <a:srcRect b="14553" l="1069" r="50141" t="20939"/>
          <a:stretch/>
        </p:blipFill>
        <p:spPr>
          <a:xfrm>
            <a:off x="274125" y="1110700"/>
            <a:ext cx="8589000" cy="3748200"/>
          </a:xfrm>
          <a:prstGeom prst="roundRect">
            <a:avLst>
              <a:gd fmla="val 10347" name="adj"/>
            </a:avLst>
          </a:prstGeom>
          <a:noFill/>
          <a:ln>
            <a:noFill/>
          </a:ln>
        </p:spPr>
      </p:pic>
      <p:sp>
        <p:nvSpPr>
          <p:cNvPr id="461" name="Google Shape;461;p65"/>
          <p:cNvSpPr txBox="1"/>
          <p:nvPr>
            <p:ph type="title"/>
          </p:nvPr>
        </p:nvSpPr>
        <p:spPr>
          <a:xfrm>
            <a:off x="277500" y="277500"/>
            <a:ext cx="4820400" cy="636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Subgroup Synonyms</a:t>
            </a:r>
            <a:endParaRPr/>
          </a:p>
        </p:txBody>
      </p:sp>
      <p:sp>
        <p:nvSpPr>
          <p:cNvPr id="462" name="Google Shape;462;p65"/>
          <p:cNvSpPr txBox="1"/>
          <p:nvPr>
            <p:ph type="title"/>
          </p:nvPr>
        </p:nvSpPr>
        <p:spPr>
          <a:xfrm>
            <a:off x="508725" y="1264300"/>
            <a:ext cx="8119800" cy="3227700"/>
          </a:xfrm>
          <a:prstGeom prst="rect">
            <a:avLst/>
          </a:prstGeom>
        </p:spPr>
        <p:txBody>
          <a:bodyPr anchorCtr="0" anchor="t" bIns="0" lIns="0" spcFirstLastPara="1" rIns="0" wrap="square" tIns="91425">
            <a:noAutofit/>
          </a:bodyPr>
          <a:lstStyle/>
          <a:p>
            <a:pPr indent="-342900" lvl="0" marL="457200" rtl="0" algn="l">
              <a:lnSpc>
                <a:spcPct val="115000"/>
              </a:lnSpc>
              <a:spcBef>
                <a:spcPts val="0"/>
              </a:spcBef>
              <a:spcAft>
                <a:spcPts val="0"/>
              </a:spcAft>
              <a:buSzPts val="1800"/>
              <a:buChar char="●"/>
            </a:pPr>
            <a:r>
              <a:rPr lang="en" sz="1800"/>
              <a:t>Detect hidden word relationships by finding meaningful subwords inside each word, such as prefixes, suffixes, or other substrings. Ex: Clop, Cutter have “cut” and “lop”</a:t>
            </a:r>
            <a:endParaRPr sz="1800"/>
          </a:p>
          <a:p>
            <a:pPr indent="-342900" lvl="0" marL="457200" rtl="0" algn="l">
              <a:lnSpc>
                <a:spcPct val="115000"/>
              </a:lnSpc>
              <a:spcBef>
                <a:spcPts val="0"/>
              </a:spcBef>
              <a:spcAft>
                <a:spcPts val="0"/>
              </a:spcAft>
              <a:buClr>
                <a:schemeClr val="dk1"/>
              </a:buClr>
              <a:buSzPts val="1800"/>
              <a:buChar char="●"/>
            </a:pPr>
            <a:r>
              <a:rPr lang="en" sz="1800"/>
              <a:t>Method: for each word, generate candidate subwords and score groups of four based on shared synonyms</a:t>
            </a:r>
            <a:endParaRPr sz="1800"/>
          </a:p>
          <a:p>
            <a:pPr indent="-342900" lvl="0" marL="457200" rtl="0" algn="l">
              <a:lnSpc>
                <a:spcPct val="115000"/>
              </a:lnSpc>
              <a:spcBef>
                <a:spcPts val="0"/>
              </a:spcBef>
              <a:spcAft>
                <a:spcPts val="0"/>
              </a:spcAft>
              <a:buSzPts val="1800"/>
              <a:buChar char="●"/>
            </a:pPr>
            <a:r>
              <a:rPr lang="en" sz="1800"/>
              <a:t>Either gets it right, or is useless. </a:t>
            </a:r>
            <a:endParaRPr sz="1800"/>
          </a:p>
          <a:p>
            <a:pPr indent="-342900" lvl="0" marL="457200" rtl="0" algn="l">
              <a:lnSpc>
                <a:spcPct val="115000"/>
              </a:lnSpc>
              <a:spcBef>
                <a:spcPts val="0"/>
              </a:spcBef>
              <a:spcAft>
                <a:spcPts val="0"/>
              </a:spcAft>
              <a:buSzPts val="1800"/>
              <a:buChar char="●"/>
            </a:pPr>
            <a:r>
              <a:rPr lang="en" sz="1800"/>
              <a:t>Computationally expensive</a:t>
            </a:r>
            <a:endParaRPr sz="1800"/>
          </a:p>
          <a:p>
            <a:pPr indent="0" lvl="0" marL="457200" rtl="0" algn="l">
              <a:lnSpc>
                <a:spcPct val="115000"/>
              </a:lnSpc>
              <a:spcBef>
                <a:spcPts val="0"/>
              </a:spcBef>
              <a:spcAft>
                <a:spcPts val="0"/>
              </a:spcAft>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pic>
        <p:nvPicPr>
          <p:cNvPr id="467" name="Google Shape;467;p66"/>
          <p:cNvPicPr preferRelativeResize="0"/>
          <p:nvPr/>
        </p:nvPicPr>
        <p:blipFill rotWithShape="1">
          <a:blip r:embed="rId3">
            <a:alphaModFix amt="10000"/>
          </a:blip>
          <a:srcRect b="14553" l="1069" r="50141" t="20939"/>
          <a:stretch/>
        </p:blipFill>
        <p:spPr>
          <a:xfrm>
            <a:off x="274125" y="1110700"/>
            <a:ext cx="8589000" cy="3748200"/>
          </a:xfrm>
          <a:prstGeom prst="roundRect">
            <a:avLst>
              <a:gd fmla="val 10347" name="adj"/>
            </a:avLst>
          </a:prstGeom>
          <a:noFill/>
          <a:ln>
            <a:noFill/>
          </a:ln>
        </p:spPr>
      </p:pic>
      <p:sp>
        <p:nvSpPr>
          <p:cNvPr id="468" name="Google Shape;468;p66"/>
          <p:cNvSpPr txBox="1"/>
          <p:nvPr>
            <p:ph type="title"/>
          </p:nvPr>
        </p:nvSpPr>
        <p:spPr>
          <a:xfrm>
            <a:off x="277500" y="277500"/>
            <a:ext cx="4820400" cy="636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Low Hanging Fruit</a:t>
            </a:r>
            <a:endParaRPr/>
          </a:p>
        </p:txBody>
      </p:sp>
      <p:sp>
        <p:nvSpPr>
          <p:cNvPr id="469" name="Google Shape;469;p66"/>
          <p:cNvSpPr txBox="1"/>
          <p:nvPr>
            <p:ph type="title"/>
          </p:nvPr>
        </p:nvSpPr>
        <p:spPr>
          <a:xfrm>
            <a:off x="508725" y="1264300"/>
            <a:ext cx="8119800" cy="3227700"/>
          </a:xfrm>
          <a:prstGeom prst="rect">
            <a:avLst/>
          </a:prstGeom>
        </p:spPr>
        <p:txBody>
          <a:bodyPr anchorCtr="0" anchor="t" bIns="0" lIns="0" spcFirstLastPara="1" rIns="0" wrap="square" tIns="91425">
            <a:noAutofit/>
          </a:bodyPr>
          <a:lstStyle/>
          <a:p>
            <a:pPr indent="-342900" lvl="0" marL="457200" rtl="0" algn="l">
              <a:lnSpc>
                <a:spcPct val="115000"/>
              </a:lnSpc>
              <a:spcBef>
                <a:spcPts val="0"/>
              </a:spcBef>
              <a:spcAft>
                <a:spcPts val="0"/>
              </a:spcAft>
              <a:buClr>
                <a:schemeClr val="dk1"/>
              </a:buClr>
              <a:buSzPts val="1800"/>
              <a:buChar char="●"/>
            </a:pPr>
            <a:r>
              <a:rPr lang="en" sz="1800"/>
              <a:t>If </a:t>
            </a:r>
            <a:r>
              <a:rPr lang="en" sz="1800"/>
              <a:t>there's</a:t>
            </a:r>
            <a:r>
              <a:rPr lang="en" sz="1800"/>
              <a:t> </a:t>
            </a:r>
            <a:r>
              <a:rPr lang="en" sz="1800"/>
              <a:t>only</a:t>
            </a:r>
            <a:r>
              <a:rPr lang="en" sz="1800"/>
              <a:t> four left, pick them </a:t>
            </a:r>
            <a:endParaRPr sz="1800"/>
          </a:p>
          <a:p>
            <a:pPr indent="-342900" lvl="0" marL="457200" rtl="0" algn="l">
              <a:lnSpc>
                <a:spcPct val="115000"/>
              </a:lnSpc>
              <a:spcBef>
                <a:spcPts val="0"/>
              </a:spcBef>
              <a:spcAft>
                <a:spcPts val="0"/>
              </a:spcAft>
              <a:buSzPts val="1800"/>
              <a:buChar char="●"/>
            </a:pPr>
            <a:r>
              <a:rPr lang="en" sz="1800"/>
              <a:t>One-away, if we guessed a group which only had one wrong, focus on getting this group. In the aggregator, increase the bonus for groups with three of these words.</a:t>
            </a:r>
            <a:endParaRPr sz="1800"/>
          </a:p>
          <a:p>
            <a:pPr indent="0" lvl="0" marL="457200" rtl="0" algn="l">
              <a:lnSpc>
                <a:spcPct val="115000"/>
              </a:lnSpc>
              <a:spcBef>
                <a:spcPts val="0"/>
              </a:spcBef>
              <a:spcAft>
                <a:spcPts val="0"/>
              </a:spcAft>
              <a:buNone/>
            </a:pPr>
            <a:r>
              <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id="474" name="Google Shape;474;p67"/>
          <p:cNvPicPr preferRelativeResize="0"/>
          <p:nvPr/>
        </p:nvPicPr>
        <p:blipFill rotWithShape="1">
          <a:blip r:embed="rId3">
            <a:alphaModFix amt="10000"/>
          </a:blip>
          <a:srcRect b="14553" l="1069" r="50141" t="20939"/>
          <a:stretch/>
        </p:blipFill>
        <p:spPr>
          <a:xfrm>
            <a:off x="274125" y="1110700"/>
            <a:ext cx="8589000" cy="3748200"/>
          </a:xfrm>
          <a:prstGeom prst="roundRect">
            <a:avLst>
              <a:gd fmla="val 10347" name="adj"/>
            </a:avLst>
          </a:prstGeom>
          <a:noFill/>
          <a:ln>
            <a:noFill/>
          </a:ln>
        </p:spPr>
      </p:pic>
      <p:sp>
        <p:nvSpPr>
          <p:cNvPr id="475" name="Google Shape;475;p67"/>
          <p:cNvSpPr txBox="1"/>
          <p:nvPr>
            <p:ph type="title"/>
          </p:nvPr>
        </p:nvSpPr>
        <p:spPr>
          <a:xfrm>
            <a:off x="277500" y="277500"/>
            <a:ext cx="7085700" cy="636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Ideas we tried!</a:t>
            </a:r>
            <a:endParaRPr/>
          </a:p>
        </p:txBody>
      </p:sp>
      <p:sp>
        <p:nvSpPr>
          <p:cNvPr id="476" name="Google Shape;476;p67"/>
          <p:cNvSpPr txBox="1"/>
          <p:nvPr>
            <p:ph type="title"/>
          </p:nvPr>
        </p:nvSpPr>
        <p:spPr>
          <a:xfrm>
            <a:off x="508725" y="1264300"/>
            <a:ext cx="8119800" cy="3227700"/>
          </a:xfrm>
          <a:prstGeom prst="rect">
            <a:avLst/>
          </a:prstGeom>
        </p:spPr>
        <p:txBody>
          <a:bodyPr anchorCtr="0" anchor="t" bIns="0" lIns="0" spcFirstLastPara="1" rIns="0" wrap="square" tIns="91425">
            <a:noAutofit/>
          </a:bodyPr>
          <a:lstStyle/>
          <a:p>
            <a:pPr indent="0" lvl="0" marL="0" rtl="0" algn="l">
              <a:lnSpc>
                <a:spcPct val="115000"/>
              </a:lnSpc>
              <a:spcBef>
                <a:spcPts val="0"/>
              </a:spcBef>
              <a:spcAft>
                <a:spcPts val="0"/>
              </a:spcAft>
              <a:buNone/>
            </a:pPr>
            <a:r>
              <a:rPr lang="en" sz="1800"/>
              <a:t>We needed to combine the outputs of the heuristics in a useable way, so we tried a bunch of methods to solve the game problem.</a:t>
            </a:r>
            <a:endParaRPr sz="1800"/>
          </a:p>
          <a:p>
            <a:pPr indent="-342900" lvl="0" marL="457200" rtl="0" algn="l">
              <a:lnSpc>
                <a:spcPct val="115000"/>
              </a:lnSpc>
              <a:spcBef>
                <a:spcPts val="0"/>
              </a:spcBef>
              <a:spcAft>
                <a:spcPts val="0"/>
              </a:spcAft>
              <a:buSzPts val="1800"/>
              <a:buChar char="●"/>
            </a:pPr>
            <a:r>
              <a:rPr lang="en" sz="1800"/>
              <a:t>A Simple </a:t>
            </a:r>
            <a:r>
              <a:rPr lang="en" sz="1800"/>
              <a:t>single</a:t>
            </a:r>
            <a:r>
              <a:rPr lang="en" sz="1800"/>
              <a:t> guess method where we pick the best embedding match from among all the possible 4 words groups. We only update weights for other heuristics as we progress through solving easier levels.</a:t>
            </a:r>
            <a:endParaRPr sz="1800"/>
          </a:p>
          <a:p>
            <a:pPr indent="-342900" lvl="0" marL="457200" rtl="0" algn="l">
              <a:lnSpc>
                <a:spcPct val="115000"/>
              </a:lnSpc>
              <a:spcBef>
                <a:spcPts val="0"/>
              </a:spcBef>
              <a:spcAft>
                <a:spcPts val="0"/>
              </a:spcAft>
              <a:buSzPts val="1800"/>
              <a:buChar char="●"/>
            </a:pPr>
            <a:r>
              <a:rPr lang="en" sz="1800"/>
              <a:t>Weighting </a:t>
            </a:r>
            <a:r>
              <a:rPr lang="en" sz="1800"/>
              <a:t>heuristics for </a:t>
            </a:r>
            <a:r>
              <a:rPr lang="en" sz="1800"/>
              <a:t>each guess (starting </a:t>
            </a:r>
            <a:r>
              <a:rPr lang="en" sz="1800"/>
              <a:t>heavy</a:t>
            </a:r>
            <a:r>
              <a:rPr lang="en" sz="1800"/>
              <a:t> on embedding) and returning the highest weight guess.</a:t>
            </a:r>
            <a:endParaRPr sz="1800"/>
          </a:p>
          <a:p>
            <a:pPr indent="-342900" lvl="0" marL="457200" rtl="0" algn="l">
              <a:lnSpc>
                <a:spcPct val="115000"/>
              </a:lnSpc>
              <a:spcBef>
                <a:spcPts val="0"/>
              </a:spcBef>
              <a:spcAft>
                <a:spcPts val="0"/>
              </a:spcAft>
              <a:buSzPts val="1800"/>
              <a:buChar char="●"/>
            </a:pPr>
            <a:r>
              <a:rPr lang="en" sz="1800"/>
              <a:t>Rotating between the strategies based on events, starting with embedding. We got the idea of Event-Action model after trying this method</a:t>
            </a:r>
            <a:endParaRPr sz="1800"/>
          </a:p>
          <a:p>
            <a:pPr indent="0" lvl="0" marL="0" rtl="0" algn="l">
              <a:lnSpc>
                <a:spcPct val="115000"/>
              </a:lnSpc>
              <a:spcBef>
                <a:spcPts val="0"/>
              </a:spcBef>
              <a:spcAft>
                <a:spcPts val="0"/>
              </a:spcAft>
              <a:buNone/>
            </a:pPr>
            <a:r>
              <a:rPr lang="en" sz="1800"/>
              <a:t>The first version of the bot was a strong baseline: it evaluated one guess at a time and chose the best locally scored option.</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pic>
        <p:nvPicPr>
          <p:cNvPr id="481" name="Google Shape;481;p68"/>
          <p:cNvPicPr preferRelativeResize="0"/>
          <p:nvPr/>
        </p:nvPicPr>
        <p:blipFill rotWithShape="1">
          <a:blip r:embed="rId3">
            <a:alphaModFix amt="10000"/>
          </a:blip>
          <a:srcRect b="14553" l="1069" r="50141" t="20939"/>
          <a:stretch/>
        </p:blipFill>
        <p:spPr>
          <a:xfrm>
            <a:off x="274125" y="1110700"/>
            <a:ext cx="8589000" cy="3748200"/>
          </a:xfrm>
          <a:prstGeom prst="roundRect">
            <a:avLst>
              <a:gd fmla="val 10347" name="adj"/>
            </a:avLst>
          </a:prstGeom>
          <a:noFill/>
          <a:ln>
            <a:noFill/>
          </a:ln>
        </p:spPr>
      </p:pic>
      <p:sp>
        <p:nvSpPr>
          <p:cNvPr id="482" name="Google Shape;482;p68"/>
          <p:cNvSpPr txBox="1"/>
          <p:nvPr>
            <p:ph type="title"/>
          </p:nvPr>
        </p:nvSpPr>
        <p:spPr>
          <a:xfrm>
            <a:off x="277500" y="277500"/>
            <a:ext cx="7085700" cy="636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Ideas we tried!</a:t>
            </a:r>
            <a:endParaRPr/>
          </a:p>
        </p:txBody>
      </p:sp>
      <p:sp>
        <p:nvSpPr>
          <p:cNvPr id="483" name="Google Shape;483;p68"/>
          <p:cNvSpPr txBox="1"/>
          <p:nvPr>
            <p:ph type="title"/>
          </p:nvPr>
        </p:nvSpPr>
        <p:spPr>
          <a:xfrm>
            <a:off x="512100" y="996875"/>
            <a:ext cx="8119800" cy="3748200"/>
          </a:xfrm>
          <a:prstGeom prst="rect">
            <a:avLst/>
          </a:prstGeom>
        </p:spPr>
        <p:txBody>
          <a:bodyPr anchorCtr="0" anchor="t" bIns="0" lIns="0" spcFirstLastPara="1" rIns="0" wrap="square" tIns="91425">
            <a:noAutofit/>
          </a:bodyPr>
          <a:lstStyle/>
          <a:p>
            <a:pPr indent="0" lvl="0" marL="0" rtl="0" algn="l">
              <a:lnSpc>
                <a:spcPct val="115000"/>
              </a:lnSpc>
              <a:spcBef>
                <a:spcPts val="0"/>
              </a:spcBef>
              <a:spcAft>
                <a:spcPts val="0"/>
              </a:spcAft>
              <a:buNone/>
            </a:pPr>
            <a:r>
              <a:t/>
            </a:r>
            <a:endParaRPr sz="1800"/>
          </a:p>
          <a:p>
            <a:pPr indent="-342900" lvl="0" marL="457200" rtl="0" algn="l">
              <a:lnSpc>
                <a:spcPct val="115000"/>
              </a:lnSpc>
              <a:spcBef>
                <a:spcPts val="0"/>
              </a:spcBef>
              <a:spcAft>
                <a:spcPts val="0"/>
              </a:spcAft>
              <a:buSzPts val="1800"/>
              <a:buChar char="●"/>
            </a:pPr>
            <a:r>
              <a:rPr lang="en" sz="1800"/>
              <a:t>Then we moved to trying more complex ideas of combining guesses to make a set of 4 groups, and we assign each set a TOTAL score.</a:t>
            </a:r>
            <a:endParaRPr sz="1800"/>
          </a:p>
          <a:p>
            <a:pPr indent="-342900" lvl="0" marL="457200" rtl="0" algn="l">
              <a:lnSpc>
                <a:spcPct val="115000"/>
              </a:lnSpc>
              <a:spcBef>
                <a:spcPts val="0"/>
              </a:spcBef>
              <a:spcAft>
                <a:spcPts val="0"/>
              </a:spcAft>
              <a:buSzPts val="1800"/>
              <a:buChar char="●"/>
            </a:pPr>
            <a:r>
              <a:rPr lang="en" sz="1800"/>
              <a:t>Aggregate </a:t>
            </a:r>
            <a:r>
              <a:rPr lang="en" sz="1800"/>
              <a:t>Method: Each heuristic returns a set of candidate groups, and the aggregator combines scores for identical guesses, adds bonuses for overlapping guesses, and chooses the group with the strongest total support.</a:t>
            </a:r>
            <a:endParaRPr sz="1800"/>
          </a:p>
          <a:p>
            <a:pPr indent="-342900" lvl="0" marL="457200" rtl="0" algn="l">
              <a:lnSpc>
                <a:spcPct val="115000"/>
              </a:lnSpc>
              <a:spcBef>
                <a:spcPts val="0"/>
              </a:spcBef>
              <a:spcAft>
                <a:spcPts val="0"/>
              </a:spcAft>
              <a:buSzPts val="1800"/>
              <a:buChar char="●"/>
            </a:pPr>
            <a:r>
              <a:rPr lang="en" sz="1800"/>
              <a:t>Weighted Heuristics per Group: score each candidate group with different heuristic mix formula depending on its position in the remaining solution path, then choose the full set with the strongest overall weighted score.</a:t>
            </a:r>
            <a:endParaRPr sz="1800"/>
          </a:p>
          <a:p>
            <a:pPr indent="0" lvl="0" marL="457200" rtl="0" algn="l">
              <a:lnSpc>
                <a:spcPct val="115000"/>
              </a:lnSpc>
              <a:spcBef>
                <a:spcPts val="0"/>
              </a:spcBef>
              <a:spcAft>
                <a:spcPts val="0"/>
              </a:spcAft>
              <a:buNone/>
            </a:pPr>
            <a:r>
              <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pic>
        <p:nvPicPr>
          <p:cNvPr id="488" name="Google Shape;488;p69"/>
          <p:cNvPicPr preferRelativeResize="0"/>
          <p:nvPr/>
        </p:nvPicPr>
        <p:blipFill rotWithShape="1">
          <a:blip r:embed="rId3">
            <a:alphaModFix amt="10000"/>
          </a:blip>
          <a:srcRect b="14553" l="1069" r="50141" t="20939"/>
          <a:stretch/>
        </p:blipFill>
        <p:spPr>
          <a:xfrm>
            <a:off x="274125" y="1110700"/>
            <a:ext cx="8589000" cy="3748200"/>
          </a:xfrm>
          <a:prstGeom prst="roundRect">
            <a:avLst>
              <a:gd fmla="val 10347" name="adj"/>
            </a:avLst>
          </a:prstGeom>
          <a:noFill/>
          <a:ln>
            <a:noFill/>
          </a:ln>
        </p:spPr>
      </p:pic>
      <p:sp>
        <p:nvSpPr>
          <p:cNvPr id="489" name="Google Shape;489;p69"/>
          <p:cNvSpPr txBox="1"/>
          <p:nvPr>
            <p:ph type="title"/>
          </p:nvPr>
        </p:nvSpPr>
        <p:spPr>
          <a:xfrm>
            <a:off x="277500" y="170525"/>
            <a:ext cx="8119800" cy="836700"/>
          </a:xfrm>
          <a:prstGeom prst="rect">
            <a:avLst/>
          </a:prstGeom>
        </p:spPr>
        <p:txBody>
          <a:bodyPr anchorCtr="0" anchor="t" bIns="0" lIns="0" spcFirstLastPara="1" rIns="0" wrap="square" tIns="91425">
            <a:noAutofit/>
          </a:bodyPr>
          <a:lstStyle/>
          <a:p>
            <a:pPr indent="0" lvl="0" marL="0" rtl="0" algn="l">
              <a:lnSpc>
                <a:spcPct val="115000"/>
              </a:lnSpc>
              <a:spcBef>
                <a:spcPts val="0"/>
              </a:spcBef>
              <a:spcAft>
                <a:spcPts val="0"/>
              </a:spcAft>
              <a:buClr>
                <a:schemeClr val="lt1"/>
              </a:buClr>
              <a:buSzPts val="1100"/>
              <a:buFont typeface="Arial"/>
              <a:buNone/>
            </a:pPr>
            <a:r>
              <a:rPr lang="en" sz="2100">
                <a:latin typeface="Arimo SemiBold"/>
                <a:ea typeface="Arimo SemiBold"/>
                <a:cs typeface="Arimo SemiBold"/>
                <a:sym typeface="Arimo SemiBold"/>
              </a:rPr>
              <a:t>Weighted Heuristics per Group: We finally moved into this direction and came quite far (The bot could be improved a lot)</a:t>
            </a:r>
            <a:endParaRPr sz="2100">
              <a:latin typeface="Arimo SemiBold"/>
              <a:ea typeface="Arimo SemiBold"/>
              <a:cs typeface="Arimo SemiBold"/>
              <a:sym typeface="Arimo SemiBold"/>
            </a:endParaRPr>
          </a:p>
        </p:txBody>
      </p:sp>
      <p:sp>
        <p:nvSpPr>
          <p:cNvPr id="490" name="Google Shape;490;p69"/>
          <p:cNvSpPr txBox="1"/>
          <p:nvPr>
            <p:ph type="title"/>
          </p:nvPr>
        </p:nvSpPr>
        <p:spPr>
          <a:xfrm>
            <a:off x="508725" y="1110700"/>
            <a:ext cx="8119800" cy="3748200"/>
          </a:xfrm>
          <a:prstGeom prst="rect">
            <a:avLst/>
          </a:prstGeom>
        </p:spPr>
        <p:txBody>
          <a:bodyPr anchorCtr="0" anchor="t" bIns="0" lIns="0" spcFirstLastPara="1" rIns="0" wrap="square" tIns="91425">
            <a:noAutofit/>
          </a:bodyPr>
          <a:lstStyle/>
          <a:p>
            <a:pPr indent="0" lvl="0" marL="0" rtl="0" algn="l">
              <a:lnSpc>
                <a:spcPct val="115000"/>
              </a:lnSpc>
              <a:spcBef>
                <a:spcPts val="0"/>
              </a:spcBef>
              <a:spcAft>
                <a:spcPts val="0"/>
              </a:spcAft>
              <a:buNone/>
            </a:pPr>
            <a:r>
              <a:rPr lang="en" sz="1800"/>
              <a:t> After making a lot of changes for performance/efficiency</a:t>
            </a:r>
            <a:endParaRPr sz="1800"/>
          </a:p>
          <a:p>
            <a:pPr indent="-342900" lvl="0" marL="457200" rtl="0" algn="l">
              <a:lnSpc>
                <a:spcPct val="115000"/>
              </a:lnSpc>
              <a:spcBef>
                <a:spcPts val="0"/>
              </a:spcBef>
              <a:spcAft>
                <a:spcPts val="0"/>
              </a:spcAft>
              <a:buSzPts val="1800"/>
              <a:buChar char="●"/>
            </a:pPr>
            <a:r>
              <a:rPr lang="en" sz="1800"/>
              <a:t>The Final bot does not just pick the best single guess.</a:t>
            </a:r>
            <a:endParaRPr sz="1800"/>
          </a:p>
          <a:p>
            <a:pPr indent="-342900" lvl="0" marL="457200" rtl="0" algn="l">
              <a:lnSpc>
                <a:spcPct val="115000"/>
              </a:lnSpc>
              <a:spcBef>
                <a:spcPts val="0"/>
              </a:spcBef>
              <a:spcAft>
                <a:spcPts val="0"/>
              </a:spcAft>
              <a:buSzPts val="1800"/>
              <a:buChar char="●"/>
            </a:pPr>
            <a:r>
              <a:rPr lang="en" sz="1800"/>
              <a:t>It generates many valid 4-word </a:t>
            </a:r>
            <a:r>
              <a:rPr lang="en" sz="1800"/>
              <a:t>candidates for each group slot scored on the group’s weightage formula.</a:t>
            </a:r>
            <a:endParaRPr sz="1800"/>
          </a:p>
          <a:p>
            <a:pPr indent="-342900" lvl="0" marL="457200" rtl="0" algn="l">
              <a:lnSpc>
                <a:spcPct val="115000"/>
              </a:lnSpc>
              <a:spcBef>
                <a:spcPts val="0"/>
              </a:spcBef>
              <a:spcAft>
                <a:spcPts val="0"/>
              </a:spcAft>
              <a:buSzPts val="1800"/>
              <a:buChar char="●"/>
            </a:pPr>
            <a:r>
              <a:rPr lang="en" sz="1800"/>
              <a:t>Then it creates a strongest shortlist for each group.</a:t>
            </a:r>
            <a:endParaRPr sz="1800"/>
          </a:p>
          <a:p>
            <a:pPr indent="-342900" lvl="0" marL="457200" rtl="0" algn="l">
              <a:lnSpc>
                <a:spcPct val="115000"/>
              </a:lnSpc>
              <a:spcBef>
                <a:spcPts val="0"/>
              </a:spcBef>
              <a:spcAft>
                <a:spcPts val="0"/>
              </a:spcAft>
              <a:buSzPts val="1800"/>
              <a:buChar char="●"/>
            </a:pPr>
            <a:r>
              <a:rPr lang="en" sz="1800"/>
              <a:t>It picks up the best from each group to form a valid set of 4 groups.</a:t>
            </a:r>
            <a:endParaRPr sz="1800"/>
          </a:p>
          <a:p>
            <a:pPr indent="-342900" lvl="0" marL="457200" rtl="0" algn="l">
              <a:lnSpc>
                <a:spcPct val="115000"/>
              </a:lnSpc>
              <a:spcBef>
                <a:spcPts val="0"/>
              </a:spcBef>
              <a:spcAft>
                <a:spcPts val="0"/>
              </a:spcAft>
              <a:buSzPts val="1800"/>
              <a:buChar char="●"/>
            </a:pPr>
            <a:r>
              <a:rPr lang="en" sz="1800"/>
              <a:t>Finally, it keeps going until it combines non-overlapping words/groups into full solution sets.</a:t>
            </a:r>
            <a:endParaRPr sz="1800"/>
          </a:p>
          <a:p>
            <a:pPr indent="-342900" lvl="0" marL="457200" rtl="0" algn="l">
              <a:lnSpc>
                <a:spcPct val="115000"/>
              </a:lnSpc>
              <a:spcBef>
                <a:spcPts val="0"/>
              </a:spcBef>
              <a:spcAft>
                <a:spcPts val="0"/>
              </a:spcAft>
              <a:buSzPts val="1800"/>
              <a:buChar char="●"/>
            </a:pPr>
            <a:r>
              <a:rPr lang="en" sz="1800"/>
              <a:t>It </a:t>
            </a:r>
            <a:r>
              <a:rPr lang="en" sz="1800"/>
              <a:t>assigns</a:t>
            </a:r>
            <a:r>
              <a:rPr lang="en" sz="1800"/>
              <a:t> a TOTAL score to each set, which is the sum of the scores of each of its groups combined. Builds a small ranked set list.</a:t>
            </a:r>
            <a:endParaRPr sz="1800"/>
          </a:p>
          <a:p>
            <a:pPr indent="-342900" lvl="0" marL="457200" rtl="0" algn="l">
              <a:lnSpc>
                <a:spcPct val="115000"/>
              </a:lnSpc>
              <a:spcBef>
                <a:spcPts val="0"/>
              </a:spcBef>
              <a:spcAft>
                <a:spcPts val="0"/>
              </a:spcAft>
              <a:buSzPts val="1800"/>
              <a:buChar char="●"/>
            </a:pPr>
            <a:r>
              <a:rPr lang="en" sz="1800"/>
              <a:t>The bot submits the next group from a set with highest TOTAL score.</a:t>
            </a:r>
            <a:endParaRPr sz="1800"/>
          </a:p>
          <a:p>
            <a:pPr indent="0" lvl="0" marL="0" rtl="0" algn="l">
              <a:lnSpc>
                <a:spcPct val="115000"/>
              </a:lnSpc>
              <a:spcBef>
                <a:spcPts val="0"/>
              </a:spcBef>
              <a:spcAft>
                <a:spcPts val="0"/>
              </a:spcAft>
              <a:buNone/>
            </a:pPr>
            <a:r>
              <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70"/>
          <p:cNvPicPr preferRelativeResize="0"/>
          <p:nvPr/>
        </p:nvPicPr>
        <p:blipFill rotWithShape="1">
          <a:blip r:embed="rId3">
            <a:alphaModFix amt="10000"/>
          </a:blip>
          <a:srcRect b="14553" l="1069" r="50141" t="20939"/>
          <a:stretch/>
        </p:blipFill>
        <p:spPr>
          <a:xfrm>
            <a:off x="274125" y="695300"/>
            <a:ext cx="8589000" cy="4163700"/>
          </a:xfrm>
          <a:prstGeom prst="roundRect">
            <a:avLst>
              <a:gd fmla="val 10347" name="adj"/>
            </a:avLst>
          </a:prstGeom>
          <a:noFill/>
          <a:ln>
            <a:noFill/>
          </a:ln>
        </p:spPr>
      </p:pic>
      <p:sp>
        <p:nvSpPr>
          <p:cNvPr id="496" name="Google Shape;496;p70"/>
          <p:cNvSpPr txBox="1"/>
          <p:nvPr>
            <p:ph type="title"/>
          </p:nvPr>
        </p:nvSpPr>
        <p:spPr>
          <a:xfrm>
            <a:off x="277500" y="170525"/>
            <a:ext cx="8119800" cy="836700"/>
          </a:xfrm>
          <a:prstGeom prst="rect">
            <a:avLst/>
          </a:prstGeom>
        </p:spPr>
        <p:txBody>
          <a:bodyPr anchorCtr="0" anchor="t" bIns="0" lIns="0" spcFirstLastPara="1" rIns="0" wrap="square" tIns="91425">
            <a:noAutofit/>
          </a:bodyPr>
          <a:lstStyle/>
          <a:p>
            <a:pPr indent="0" lvl="0" marL="0" rtl="0" algn="l">
              <a:lnSpc>
                <a:spcPct val="115000"/>
              </a:lnSpc>
              <a:spcBef>
                <a:spcPts val="0"/>
              </a:spcBef>
              <a:spcAft>
                <a:spcPts val="0"/>
              </a:spcAft>
              <a:buNone/>
            </a:pPr>
            <a:r>
              <a:rPr lang="en" sz="2100">
                <a:latin typeface="Arimo SemiBold"/>
                <a:ea typeface="Arimo SemiBold"/>
                <a:cs typeface="Arimo SemiBold"/>
                <a:sym typeface="Arimo SemiBold"/>
              </a:rPr>
              <a:t>Event - Action Model</a:t>
            </a:r>
            <a:endParaRPr sz="2100">
              <a:latin typeface="Arimo SemiBold"/>
              <a:ea typeface="Arimo SemiBold"/>
              <a:cs typeface="Arimo SemiBold"/>
              <a:sym typeface="Arimo SemiBold"/>
            </a:endParaRPr>
          </a:p>
        </p:txBody>
      </p:sp>
      <p:sp>
        <p:nvSpPr>
          <p:cNvPr id="497" name="Google Shape;497;p70"/>
          <p:cNvSpPr txBox="1"/>
          <p:nvPr>
            <p:ph type="title"/>
          </p:nvPr>
        </p:nvSpPr>
        <p:spPr>
          <a:xfrm>
            <a:off x="508725" y="695200"/>
            <a:ext cx="8119800" cy="4163700"/>
          </a:xfrm>
          <a:prstGeom prst="rect">
            <a:avLst/>
          </a:prstGeom>
        </p:spPr>
        <p:txBody>
          <a:bodyPr anchorCtr="0" anchor="t" bIns="0" lIns="0" spcFirstLastPara="1" rIns="0" wrap="square" tIns="91425">
            <a:noAutofit/>
          </a:bodyPr>
          <a:lstStyle/>
          <a:p>
            <a:pPr indent="0" lvl="0" marL="0" rtl="0" algn="l">
              <a:lnSpc>
                <a:spcPct val="115000"/>
              </a:lnSpc>
              <a:spcBef>
                <a:spcPts val="0"/>
              </a:spcBef>
              <a:spcAft>
                <a:spcPts val="0"/>
              </a:spcAft>
              <a:buClr>
                <a:schemeClr val="lt1"/>
              </a:buClr>
              <a:buSzPts val="1100"/>
              <a:buFont typeface="Arial"/>
              <a:buNone/>
            </a:pPr>
            <a:r>
              <a:rPr lang="en" sz="1800"/>
              <a:t>How Feedback Changes the Strategy:</a:t>
            </a:r>
            <a:endParaRPr sz="1800"/>
          </a:p>
          <a:p>
            <a:pPr indent="0" lvl="0" marL="0" rtl="0" algn="l">
              <a:lnSpc>
                <a:spcPct val="115000"/>
              </a:lnSpc>
              <a:spcBef>
                <a:spcPts val="0"/>
              </a:spcBef>
              <a:spcAft>
                <a:spcPts val="0"/>
              </a:spcAft>
              <a:buClr>
                <a:schemeClr val="lt1"/>
              </a:buClr>
              <a:buSzPts val="1100"/>
              <a:buFont typeface="Arial"/>
              <a:buNone/>
            </a:pPr>
            <a:r>
              <a:rPr lang="en" sz="1800"/>
              <a:t>Correct guess:-</a:t>
            </a:r>
            <a:endParaRPr sz="1800"/>
          </a:p>
          <a:p>
            <a:pPr indent="0" lvl="0" marL="0" rtl="0" algn="l">
              <a:lnSpc>
                <a:spcPct val="115000"/>
              </a:lnSpc>
              <a:spcBef>
                <a:spcPts val="0"/>
              </a:spcBef>
              <a:spcAft>
                <a:spcPts val="0"/>
              </a:spcAft>
              <a:buClr>
                <a:schemeClr val="lt1"/>
              </a:buClr>
              <a:buSzPts val="1100"/>
              <a:buFont typeface="Arial"/>
              <a:buNone/>
            </a:pPr>
            <a:r>
              <a:rPr lang="en" sz="1800"/>
              <a:t>Keep the current Set, and remove the solved group. Return next guess.</a:t>
            </a:r>
            <a:endParaRPr sz="1800"/>
          </a:p>
          <a:p>
            <a:pPr indent="0" lvl="0" marL="0" rtl="0" algn="l">
              <a:lnSpc>
                <a:spcPct val="115000"/>
              </a:lnSpc>
              <a:spcBef>
                <a:spcPts val="0"/>
              </a:spcBef>
              <a:spcAft>
                <a:spcPts val="0"/>
              </a:spcAft>
              <a:buClr>
                <a:schemeClr val="lt1"/>
              </a:buClr>
              <a:buSzPts val="1100"/>
              <a:buFont typeface="Arial"/>
              <a:buNone/>
            </a:pPr>
            <a:r>
              <a:t/>
            </a:r>
            <a:endParaRPr sz="1800"/>
          </a:p>
          <a:p>
            <a:pPr indent="0" lvl="0" marL="0" rtl="0" algn="l">
              <a:lnSpc>
                <a:spcPct val="115000"/>
              </a:lnSpc>
              <a:spcBef>
                <a:spcPts val="0"/>
              </a:spcBef>
              <a:spcAft>
                <a:spcPts val="0"/>
              </a:spcAft>
              <a:buNone/>
            </a:pPr>
            <a:r>
              <a:rPr lang="en" sz="1800"/>
              <a:t>One-away:-</a:t>
            </a:r>
            <a:endParaRPr sz="1800"/>
          </a:p>
          <a:p>
            <a:pPr indent="0" lvl="0" marL="0" rtl="0" algn="l">
              <a:lnSpc>
                <a:spcPct val="115000"/>
              </a:lnSpc>
              <a:spcBef>
                <a:spcPts val="0"/>
              </a:spcBef>
              <a:spcAft>
                <a:spcPts val="0"/>
              </a:spcAft>
              <a:buNone/>
            </a:pPr>
            <a:r>
              <a:rPr lang="en" sz="1800"/>
              <a:t>Look for another set lower in the ranked hierarchy whose next submitted group differs from the one-away guess by exactly one word. Discard all other.</a:t>
            </a:r>
            <a:endParaRPr sz="1800"/>
          </a:p>
          <a:p>
            <a:pPr indent="0" lvl="0" marL="0" rtl="0" algn="l">
              <a:lnSpc>
                <a:spcPct val="115000"/>
              </a:lnSpc>
              <a:spcBef>
                <a:spcPts val="0"/>
              </a:spcBef>
              <a:spcAft>
                <a:spcPts val="0"/>
              </a:spcAft>
              <a:buClr>
                <a:schemeClr val="lt1"/>
              </a:buClr>
              <a:buSzPts val="1100"/>
              <a:buFont typeface="Arial"/>
              <a:buNone/>
            </a:pPr>
            <a:r>
              <a:t/>
            </a:r>
            <a:endParaRPr sz="1800"/>
          </a:p>
          <a:p>
            <a:pPr indent="0" lvl="0" marL="0" rtl="0" algn="l">
              <a:lnSpc>
                <a:spcPct val="115000"/>
              </a:lnSpc>
              <a:spcBef>
                <a:spcPts val="0"/>
              </a:spcBef>
              <a:spcAft>
                <a:spcPts val="0"/>
              </a:spcAft>
              <a:buClr>
                <a:schemeClr val="lt1"/>
              </a:buClr>
              <a:buSzPts val="1100"/>
              <a:buFont typeface="Arial"/>
              <a:buNone/>
            </a:pPr>
            <a:r>
              <a:rPr lang="en" sz="1800"/>
              <a:t>Incorrect:-</a:t>
            </a:r>
            <a:endParaRPr sz="1800"/>
          </a:p>
          <a:p>
            <a:pPr indent="0" lvl="0" marL="0" rtl="0" algn="l">
              <a:lnSpc>
                <a:spcPct val="115000"/>
              </a:lnSpc>
              <a:spcBef>
                <a:spcPts val="0"/>
              </a:spcBef>
              <a:spcAft>
                <a:spcPts val="0"/>
              </a:spcAft>
              <a:buClr>
                <a:schemeClr val="lt1"/>
              </a:buClr>
              <a:buSzPts val="1100"/>
              <a:buFont typeface="Arial"/>
              <a:buNone/>
            </a:pPr>
            <a:r>
              <a:rPr lang="en" sz="1800"/>
              <a:t>Discard the exact failed group. Look for other sets.</a:t>
            </a:r>
            <a:endParaRPr sz="1800"/>
          </a:p>
          <a:p>
            <a:pPr indent="0" lvl="0" marL="0" rtl="0" algn="l">
              <a:lnSpc>
                <a:spcPct val="115000"/>
              </a:lnSpc>
              <a:spcBef>
                <a:spcPts val="0"/>
              </a:spcBef>
              <a:spcAft>
                <a:spcPts val="0"/>
              </a:spcAft>
              <a:buClr>
                <a:schemeClr val="lt1"/>
              </a:buClr>
              <a:buSzPts val="1100"/>
              <a:buFont typeface="Arial"/>
              <a:buNone/>
            </a:pPr>
            <a:r>
              <a:rPr lang="en" sz="1800"/>
              <a:t>Strictly reject groups that share 3 words with a fully incorrect guess.</a:t>
            </a:r>
            <a:endParaRPr sz="1800"/>
          </a:p>
          <a:p>
            <a:pPr indent="0" lvl="0" marL="0" rtl="0" algn="l">
              <a:lnSpc>
                <a:spcPct val="115000"/>
              </a:lnSpc>
              <a:spcBef>
                <a:spcPts val="0"/>
              </a:spcBef>
              <a:spcAft>
                <a:spcPts val="0"/>
              </a:spcAft>
              <a:buClr>
                <a:schemeClr val="lt1"/>
              </a:buClr>
              <a:buSzPts val="1100"/>
              <a:buFont typeface="Arial"/>
              <a:buNone/>
            </a:pPr>
            <a:r>
              <a:rPr lang="en" sz="1800"/>
              <a:t>This prevents the bot from repeating a dead core.</a:t>
            </a:r>
            <a:endParaRPr sz="1800"/>
          </a:p>
          <a:p>
            <a:pPr indent="0" lvl="0" marL="0" rtl="0" algn="l">
              <a:lnSpc>
                <a:spcPct val="115000"/>
              </a:lnSpc>
              <a:spcBef>
                <a:spcPts val="0"/>
              </a:spcBef>
              <a:spcAft>
                <a:spcPts val="0"/>
              </a:spcAft>
              <a:buNone/>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pic>
        <p:nvPicPr>
          <p:cNvPr id="502" name="Google Shape;502;p71"/>
          <p:cNvPicPr preferRelativeResize="0"/>
          <p:nvPr/>
        </p:nvPicPr>
        <p:blipFill rotWithShape="1">
          <a:blip r:embed="rId3">
            <a:alphaModFix amt="10000"/>
          </a:blip>
          <a:srcRect b="14553" l="1069" r="50141" t="20939"/>
          <a:stretch/>
        </p:blipFill>
        <p:spPr>
          <a:xfrm>
            <a:off x="274125" y="1110700"/>
            <a:ext cx="8589000" cy="3748200"/>
          </a:xfrm>
          <a:prstGeom prst="roundRect">
            <a:avLst>
              <a:gd fmla="val 10347" name="adj"/>
            </a:avLst>
          </a:prstGeom>
          <a:noFill/>
          <a:ln>
            <a:noFill/>
          </a:ln>
        </p:spPr>
      </p:pic>
      <p:sp>
        <p:nvSpPr>
          <p:cNvPr id="503" name="Google Shape;503;p71"/>
          <p:cNvSpPr txBox="1"/>
          <p:nvPr>
            <p:ph type="title"/>
          </p:nvPr>
        </p:nvSpPr>
        <p:spPr>
          <a:xfrm>
            <a:off x="277500" y="277500"/>
            <a:ext cx="6443700" cy="636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Findings from an older version</a:t>
            </a:r>
            <a:endParaRPr/>
          </a:p>
        </p:txBody>
      </p:sp>
      <p:sp>
        <p:nvSpPr>
          <p:cNvPr id="504" name="Google Shape;504;p71"/>
          <p:cNvSpPr txBox="1"/>
          <p:nvPr/>
        </p:nvSpPr>
        <p:spPr>
          <a:xfrm>
            <a:off x="424825" y="1110700"/>
            <a:ext cx="70098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5B0F00"/>
                </a:solidFill>
                <a:latin typeface="Times New Roman"/>
                <a:ea typeface="Times New Roman"/>
                <a:cs typeface="Times New Roman"/>
                <a:sym typeface="Times New Roman"/>
              </a:rPr>
              <a:t>1. Standalone first-guess quality by heuristic</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rgbClr val="5B0F00"/>
                </a:solidFill>
                <a:latin typeface="Times New Roman"/>
                <a:ea typeface="Times New Roman"/>
                <a:cs typeface="Times New Roman"/>
                <a:sym typeface="Times New Roman"/>
              </a:rPr>
              <a:t>Heuristic          Exact               One-away      Wrong       </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rgbClr val="5B0F00"/>
                </a:solidFill>
                <a:latin typeface="Times New Roman"/>
                <a:ea typeface="Times New Roman"/>
                <a:cs typeface="Times New Roman"/>
                <a:sym typeface="Times New Roman"/>
              </a:rPr>
              <a:t>embedding       15 ( 75.0%)     3 ( 15.0%)      2 ( 10.0%)     	</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rgbClr val="5B0F00"/>
                </a:solidFill>
                <a:latin typeface="Times New Roman"/>
                <a:ea typeface="Times New Roman"/>
                <a:cs typeface="Times New Roman"/>
                <a:sym typeface="Times New Roman"/>
              </a:rPr>
              <a:t>phrase         	  3 ( 15.0%)      0 (  0.0%)       0 (  0.0%)      	</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rgbClr val="5B0F00"/>
                </a:solidFill>
                <a:latin typeface="Times New Roman"/>
                <a:ea typeface="Times New Roman"/>
                <a:cs typeface="Times New Roman"/>
                <a:sym typeface="Times New Roman"/>
              </a:rPr>
              <a:t>insertion      	  4 ( 20.0%)      3 ( 15.0%)    13 ( 65.0%)     </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rgbClr val="5B0F00"/>
                </a:solidFill>
                <a:latin typeface="Times New Roman"/>
                <a:ea typeface="Times New Roman"/>
                <a:cs typeface="Times New Roman"/>
                <a:sym typeface="Times New Roman"/>
              </a:rPr>
              <a:t>homophone        0 (  0.0%)      0 (  0.0%)       0 (  0.0%)     </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rgbClr val="5B0F00"/>
              </a:solidFill>
              <a:latin typeface="Times New Roman"/>
              <a:ea typeface="Times New Roman"/>
              <a:cs typeface="Times New Roman"/>
              <a:sym typeface="Times New Roman"/>
            </a:endParaRPr>
          </a:p>
        </p:txBody>
      </p:sp>
      <p:sp>
        <p:nvSpPr>
          <p:cNvPr id="505" name="Google Shape;505;p71"/>
          <p:cNvSpPr txBox="1"/>
          <p:nvPr/>
        </p:nvSpPr>
        <p:spPr>
          <a:xfrm>
            <a:off x="2260675" y="2338300"/>
            <a:ext cx="43698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lt1"/>
              </a:buClr>
              <a:buSzPts val="1100"/>
              <a:buFont typeface="Arial"/>
              <a:buNone/>
            </a:pPr>
            <a:r>
              <a:rPr lang="en" sz="1200">
                <a:solidFill>
                  <a:srgbClr val="5B0F00"/>
                </a:solidFill>
                <a:latin typeface="Times New Roman"/>
                <a:ea typeface="Times New Roman"/>
                <a:cs typeface="Times New Roman"/>
                <a:sym typeface="Times New Roman"/>
              </a:rPr>
              <a:t>2. Exact standalone hits by color</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Clr>
                <a:schemeClr val="lt1"/>
              </a:buClr>
              <a:buSzPts val="1100"/>
              <a:buFont typeface="Arial"/>
              <a:buNone/>
            </a:pPr>
            <a:r>
              <a:rPr lang="en" sz="1200">
                <a:solidFill>
                  <a:srgbClr val="5B0F00"/>
                </a:solidFill>
                <a:latin typeface="Times New Roman"/>
                <a:ea typeface="Times New Roman"/>
                <a:cs typeface="Times New Roman"/>
                <a:sym typeface="Times New Roman"/>
              </a:rPr>
              <a:t>Heuristic      YELLOW  GREEN   BLUE    PURPLE</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Clr>
                <a:schemeClr val="lt1"/>
              </a:buClr>
              <a:buSzPts val="1100"/>
              <a:buFont typeface="Arial"/>
              <a:buNone/>
            </a:pPr>
            <a:r>
              <a:rPr lang="en" sz="1200">
                <a:solidFill>
                  <a:srgbClr val="5B0F00"/>
                </a:solidFill>
                <a:latin typeface="Times New Roman"/>
                <a:ea typeface="Times New Roman"/>
                <a:cs typeface="Times New Roman"/>
                <a:sym typeface="Times New Roman"/>
              </a:rPr>
              <a:t>embedding          9       	2       	  2        	2</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Clr>
                <a:schemeClr val="lt1"/>
              </a:buClr>
              <a:buSzPts val="1100"/>
              <a:buFont typeface="Arial"/>
              <a:buNone/>
            </a:pPr>
            <a:r>
              <a:rPr lang="en" sz="1200">
                <a:solidFill>
                  <a:srgbClr val="5B0F00"/>
                </a:solidFill>
                <a:latin typeface="Times New Roman"/>
                <a:ea typeface="Times New Roman"/>
                <a:cs typeface="Times New Roman"/>
                <a:sym typeface="Times New Roman"/>
              </a:rPr>
              <a:t>phrase            	    0       	0       	  0        	3</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Clr>
                <a:schemeClr val="lt1"/>
              </a:buClr>
              <a:buSzPts val="1100"/>
              <a:buFont typeface="Arial"/>
              <a:buNone/>
            </a:pPr>
            <a:r>
              <a:rPr lang="en" sz="1200">
                <a:solidFill>
                  <a:srgbClr val="5B0F00"/>
                </a:solidFill>
                <a:latin typeface="Times New Roman"/>
                <a:ea typeface="Times New Roman"/>
                <a:cs typeface="Times New Roman"/>
                <a:sym typeface="Times New Roman"/>
              </a:rPr>
              <a:t>insertion              1       	1            0        	2</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Clr>
                <a:schemeClr val="lt1"/>
              </a:buClr>
              <a:buSzPts val="1100"/>
              <a:buFont typeface="Arial"/>
              <a:buNone/>
            </a:pPr>
            <a:r>
              <a:rPr lang="en" sz="1200">
                <a:solidFill>
                  <a:srgbClr val="5B0F00"/>
                </a:solidFill>
                <a:latin typeface="Times New Roman"/>
                <a:ea typeface="Times New Roman"/>
                <a:cs typeface="Times New Roman"/>
                <a:sym typeface="Times New Roman"/>
              </a:rPr>
              <a:t>homophone         0       	0            0        	0</a:t>
            </a:r>
            <a:endParaRPr sz="1200">
              <a:solidFill>
                <a:schemeClr val="dk1"/>
              </a:solidFill>
              <a:latin typeface="Arimo"/>
              <a:ea typeface="Arimo"/>
              <a:cs typeface="Arimo"/>
              <a:sym typeface="Arimo"/>
            </a:endParaRPr>
          </a:p>
        </p:txBody>
      </p:sp>
      <p:sp>
        <p:nvSpPr>
          <p:cNvPr id="506" name="Google Shape;506;p71"/>
          <p:cNvSpPr txBox="1"/>
          <p:nvPr/>
        </p:nvSpPr>
        <p:spPr>
          <a:xfrm>
            <a:off x="4572000" y="3527625"/>
            <a:ext cx="43698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lt1"/>
              </a:buClr>
              <a:buSzPts val="1100"/>
              <a:buFont typeface="Arial"/>
              <a:buNone/>
            </a:pPr>
            <a:r>
              <a:rPr lang="en" sz="1200">
                <a:solidFill>
                  <a:srgbClr val="5B0F00"/>
                </a:solidFill>
                <a:latin typeface="Times New Roman"/>
                <a:ea typeface="Times New Roman"/>
                <a:cs typeface="Times New Roman"/>
                <a:sym typeface="Times New Roman"/>
              </a:rPr>
              <a:t>3. One-away standalone hits by nearest color</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Clr>
                <a:schemeClr val="lt1"/>
              </a:buClr>
              <a:buSzPts val="1100"/>
              <a:buFont typeface="Arial"/>
              <a:buNone/>
            </a:pPr>
            <a:r>
              <a:rPr lang="en" sz="1200">
                <a:solidFill>
                  <a:srgbClr val="5B0F00"/>
                </a:solidFill>
                <a:latin typeface="Times New Roman"/>
                <a:ea typeface="Times New Roman"/>
                <a:cs typeface="Times New Roman"/>
                <a:sym typeface="Times New Roman"/>
              </a:rPr>
              <a:t>Heuristic      YELLOW  GREEN   BLUE    PURPLE</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Clr>
                <a:schemeClr val="lt1"/>
              </a:buClr>
              <a:buSzPts val="1100"/>
              <a:buFont typeface="Arial"/>
              <a:buNone/>
            </a:pPr>
            <a:r>
              <a:rPr lang="en" sz="1200">
                <a:solidFill>
                  <a:srgbClr val="5B0F00"/>
                </a:solidFill>
                <a:latin typeface="Times New Roman"/>
                <a:ea typeface="Times New Roman"/>
                <a:cs typeface="Times New Roman"/>
                <a:sym typeface="Times New Roman"/>
              </a:rPr>
              <a:t>embedding          1       	1 	      1	        0</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Clr>
                <a:schemeClr val="lt1"/>
              </a:buClr>
              <a:buSzPts val="1100"/>
              <a:buFont typeface="Arial"/>
              <a:buNone/>
            </a:pPr>
            <a:r>
              <a:rPr lang="en" sz="1200">
                <a:solidFill>
                  <a:srgbClr val="5B0F00"/>
                </a:solidFill>
                <a:latin typeface="Times New Roman"/>
                <a:ea typeface="Times New Roman"/>
                <a:cs typeface="Times New Roman"/>
                <a:sym typeface="Times New Roman"/>
              </a:rPr>
              <a:t>phrase             	    0	            0	      0            0</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Clr>
                <a:schemeClr val="lt1"/>
              </a:buClr>
              <a:buSzPts val="1100"/>
              <a:buFont typeface="Arial"/>
              <a:buNone/>
            </a:pPr>
            <a:r>
              <a:rPr lang="en" sz="1200">
                <a:solidFill>
                  <a:srgbClr val="5B0F00"/>
                </a:solidFill>
                <a:latin typeface="Times New Roman"/>
                <a:ea typeface="Times New Roman"/>
                <a:cs typeface="Times New Roman"/>
                <a:sym typeface="Times New Roman"/>
              </a:rPr>
              <a:t>insertion              1  	 	0	      0            2</a:t>
            </a:r>
            <a:endParaRPr sz="1200">
              <a:solidFill>
                <a:srgbClr val="5B0F00"/>
              </a:solidFill>
              <a:latin typeface="Times New Roman"/>
              <a:ea typeface="Times New Roman"/>
              <a:cs typeface="Times New Roman"/>
              <a:sym typeface="Times New Roman"/>
            </a:endParaRPr>
          </a:p>
          <a:p>
            <a:pPr indent="0" lvl="0" marL="0" rtl="0" algn="l">
              <a:spcBef>
                <a:spcPts val="0"/>
              </a:spcBef>
              <a:spcAft>
                <a:spcPts val="0"/>
              </a:spcAft>
              <a:buClr>
                <a:schemeClr val="lt1"/>
              </a:buClr>
              <a:buSzPts val="1100"/>
              <a:buFont typeface="Arial"/>
              <a:buNone/>
            </a:pPr>
            <a:r>
              <a:rPr lang="en" sz="1200">
                <a:solidFill>
                  <a:srgbClr val="5B0F00"/>
                </a:solidFill>
                <a:latin typeface="Times New Roman"/>
                <a:ea typeface="Times New Roman"/>
                <a:cs typeface="Times New Roman"/>
                <a:sym typeface="Times New Roman"/>
              </a:rPr>
              <a:t>homophone         0       	0       	      0            0</a:t>
            </a:r>
            <a:endParaRPr sz="1200">
              <a:solidFill>
                <a:schemeClr val="dk1"/>
              </a:solidFill>
              <a:latin typeface="Arimo"/>
              <a:ea typeface="Arimo"/>
              <a:cs typeface="Arimo"/>
              <a:sym typeface="Arimo"/>
            </a:endParaRPr>
          </a:p>
        </p:txBody>
      </p:sp>
      <p:pic>
        <p:nvPicPr>
          <p:cNvPr id="507" name="Google Shape;507;p71" title="Screenshot from 2026-06-11 12-48-29.png"/>
          <p:cNvPicPr preferRelativeResize="0"/>
          <p:nvPr/>
        </p:nvPicPr>
        <p:blipFill>
          <a:blip r:embed="rId4">
            <a:alphaModFix/>
          </a:blip>
          <a:stretch>
            <a:fillRect/>
          </a:stretch>
        </p:blipFill>
        <p:spPr>
          <a:xfrm>
            <a:off x="5257812" y="914375"/>
            <a:ext cx="3683987" cy="16623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72"/>
          <p:cNvSpPr txBox="1"/>
          <p:nvPr>
            <p:ph type="title"/>
          </p:nvPr>
        </p:nvSpPr>
        <p:spPr>
          <a:xfrm>
            <a:off x="547500" y="277500"/>
            <a:ext cx="8851800" cy="7713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lt1"/>
              </a:buClr>
              <a:buSzPts val="1100"/>
              <a:buNone/>
            </a:pPr>
            <a:r>
              <a:t/>
            </a:r>
            <a:endParaRPr/>
          </a:p>
          <a:p>
            <a:pPr indent="0" lvl="0" marL="0" rtl="0" algn="l">
              <a:spcBef>
                <a:spcPts val="0"/>
              </a:spcBef>
              <a:spcAft>
                <a:spcPts val="0"/>
              </a:spcAft>
              <a:buNone/>
            </a:pPr>
            <a:r>
              <a:rPr lang="en"/>
              <a:t>Performance Tests</a:t>
            </a:r>
            <a:r>
              <a:rPr lang="en" sz="1400">
                <a:solidFill>
                  <a:srgbClr val="E69138"/>
                </a:solidFill>
              </a:rPr>
              <a:t>(these are old now, due to changes after presentation)</a:t>
            </a:r>
            <a:endParaRPr sz="1400">
              <a:solidFill>
                <a:srgbClr val="E69138"/>
              </a:solidFill>
            </a:endParaRPr>
          </a:p>
        </p:txBody>
      </p:sp>
      <p:sp>
        <p:nvSpPr>
          <p:cNvPr id="513" name="Google Shape;513;p72"/>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514" name="Google Shape;514;p72"/>
          <p:cNvSpPr txBox="1"/>
          <p:nvPr>
            <p:ph idx="4294967295" type="title"/>
          </p:nvPr>
        </p:nvSpPr>
        <p:spPr>
          <a:xfrm>
            <a:off x="523875" y="1210500"/>
            <a:ext cx="8108100" cy="61893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Win rate: 0.06</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Games played: 250</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Games won: 15</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for, GROUP_PROFILE_WEIGHTS = {</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    "Group 1": {"embedding": 1.5, "phrase": 1.0, "insertion": 0.0, "homophone": 0.0},</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    "Group 2": {"embedding": 1.5, "phrase": 1.0, "insertion": 0.0, "homophone": 0.0},</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    "Group 3": {"embedding": 1.0, "phrase": 0.85, "insertion": 0.40, "homophone": 0.25},</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    "Group 4": {"embedding": 1.0, "phrase": 0.7, "insertion": 0.4, "homophone": 0.4},</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Win rate: 0.088</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Games played: 250</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Games won: 22</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for, GROUP_PROFILE_WEIGHTS = {</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    "Group 1": {"embedding": 1.5, "phrase": 0.0, "insertion": 0.0, "homophone": 0.0},</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    "Group 2": {"embedding": 1.5, "phrase": 0.0, "insertion": 0.0, "homophone": 0.0},</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    "Group 3": {"embedding": 1.0, "phrase": 0.0, "insertion": 0.0, "homophone": 0.0},</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    "Group 4": {"embedding": 1.0, "phrase": 0.0, "insertion": 0.0, "homophone": 0.0},</a:t>
            </a:r>
            <a:endParaRPr sz="1000">
              <a:latin typeface="Azeret Mono"/>
              <a:ea typeface="Azeret Mono"/>
              <a:cs typeface="Azeret Mono"/>
              <a:sym typeface="Azeret Mono"/>
            </a:endParaRPr>
          </a:p>
          <a:p>
            <a:pPr indent="0" lvl="0" marL="0" rtl="0" algn="l">
              <a:lnSpc>
                <a:spcPct val="115000"/>
              </a:lnSpc>
              <a:spcBef>
                <a:spcPts val="0"/>
              </a:spcBef>
              <a:spcAft>
                <a:spcPts val="0"/>
              </a:spcAft>
              <a:buClr>
                <a:schemeClr val="lt1"/>
              </a:buClr>
              <a:buSzPts val="1100"/>
              <a:buFont typeface="Arial"/>
              <a:buNone/>
            </a:pPr>
            <a:r>
              <a:rPr lang="en" sz="1000">
                <a:latin typeface="Azeret Mono"/>
                <a:ea typeface="Azeret Mono"/>
                <a:cs typeface="Azeret Mono"/>
                <a:sym typeface="Azeret Mono"/>
              </a:rPr>
              <a:t>]</a:t>
            </a:r>
            <a:endParaRPr sz="1000">
              <a:latin typeface="Azeret Mono"/>
              <a:ea typeface="Azeret Mono"/>
              <a:cs typeface="Azeret Mono"/>
              <a:sym typeface="Azeret Mono"/>
            </a:endParaRPr>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a:p>
            <a:pPr indent="0" lvl="0" marL="45720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pic>
        <p:nvPicPr>
          <p:cNvPr id="519" name="Google Shape;519;p73"/>
          <p:cNvPicPr preferRelativeResize="0"/>
          <p:nvPr/>
        </p:nvPicPr>
        <p:blipFill rotWithShape="1">
          <a:blip r:embed="rId3">
            <a:alphaModFix amt="10000"/>
          </a:blip>
          <a:srcRect b="14553" l="1069" r="50141" t="20939"/>
          <a:stretch/>
        </p:blipFill>
        <p:spPr>
          <a:xfrm>
            <a:off x="274125" y="1110700"/>
            <a:ext cx="8589000" cy="3748200"/>
          </a:xfrm>
          <a:prstGeom prst="roundRect">
            <a:avLst>
              <a:gd fmla="val 10347" name="adj"/>
            </a:avLst>
          </a:prstGeom>
          <a:noFill/>
          <a:ln>
            <a:noFill/>
          </a:ln>
        </p:spPr>
      </p:pic>
      <p:sp>
        <p:nvSpPr>
          <p:cNvPr id="520" name="Google Shape;520;p73"/>
          <p:cNvSpPr txBox="1"/>
          <p:nvPr>
            <p:ph type="title"/>
          </p:nvPr>
        </p:nvSpPr>
        <p:spPr>
          <a:xfrm>
            <a:off x="277500" y="277500"/>
            <a:ext cx="6960900" cy="636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Design decisions for efficiency</a:t>
            </a:r>
            <a:endParaRPr/>
          </a:p>
        </p:txBody>
      </p:sp>
      <p:sp>
        <p:nvSpPr>
          <p:cNvPr id="521" name="Google Shape;521;p73"/>
          <p:cNvSpPr txBox="1"/>
          <p:nvPr>
            <p:ph type="title"/>
          </p:nvPr>
        </p:nvSpPr>
        <p:spPr>
          <a:xfrm>
            <a:off x="512100" y="1487175"/>
            <a:ext cx="8119800" cy="3227700"/>
          </a:xfrm>
          <a:prstGeom prst="rect">
            <a:avLst/>
          </a:prstGeom>
        </p:spPr>
        <p:txBody>
          <a:bodyPr anchorCtr="0" anchor="t" bIns="0" lIns="0" spcFirstLastPara="1" rIns="0" wrap="square" tIns="91425">
            <a:noAutofit/>
          </a:bodyPr>
          <a:lstStyle/>
          <a:p>
            <a:pPr indent="0" lvl="0" marL="0" rtl="0" algn="l">
              <a:lnSpc>
                <a:spcPct val="115000"/>
              </a:lnSpc>
              <a:spcBef>
                <a:spcPts val="0"/>
              </a:spcBef>
              <a:spcAft>
                <a:spcPts val="0"/>
              </a:spcAft>
              <a:buNone/>
            </a:pPr>
            <a:r>
              <a:rPr lang="en" sz="1800"/>
              <a:t>Why Efficiency Matters?</a:t>
            </a:r>
            <a:endParaRPr sz="1800"/>
          </a:p>
          <a:p>
            <a:pPr indent="-342900" lvl="0" marL="457200" rtl="0" algn="l">
              <a:lnSpc>
                <a:spcPct val="115000"/>
              </a:lnSpc>
              <a:spcBef>
                <a:spcPts val="0"/>
              </a:spcBef>
              <a:spcAft>
                <a:spcPts val="0"/>
              </a:spcAft>
              <a:buSzPts val="1800"/>
              <a:buChar char="●"/>
            </a:pPr>
            <a:r>
              <a:rPr lang="en" sz="1800"/>
              <a:t>When we moved towards the sets ideas, a strong solver cannot afford to run every expensive heuristic on every candidate in a reasonable time. </a:t>
            </a:r>
            <a:endParaRPr sz="1800"/>
          </a:p>
          <a:p>
            <a:pPr indent="-342900" lvl="0" marL="457200" rtl="0" algn="l">
              <a:lnSpc>
                <a:spcPct val="115000"/>
              </a:lnSpc>
              <a:spcBef>
                <a:spcPts val="0"/>
              </a:spcBef>
              <a:spcAft>
                <a:spcPts val="0"/>
              </a:spcAft>
              <a:buSzPts val="1800"/>
              <a:buChar char="●"/>
            </a:pPr>
            <a:r>
              <a:rPr lang="en" sz="1800"/>
              <a:t>We found that embedding heuristic is very much cheaper than other heuristics, and the phrase heuristic gets a lot more complex as we increase the word checks.</a:t>
            </a:r>
            <a:endParaRPr sz="1800"/>
          </a:p>
          <a:p>
            <a:pPr indent="-342900" lvl="0" marL="457200" rtl="0" algn="l">
              <a:lnSpc>
                <a:spcPct val="115000"/>
              </a:lnSpc>
              <a:spcBef>
                <a:spcPts val="0"/>
              </a:spcBef>
              <a:spcAft>
                <a:spcPts val="0"/>
              </a:spcAft>
              <a:buSzPts val="1800"/>
              <a:buChar char="●"/>
            </a:pPr>
            <a:r>
              <a:rPr lang="en" sz="1800"/>
              <a:t>So we may have to add some global controls to tweak a balance </a:t>
            </a:r>
            <a:r>
              <a:rPr lang="en" sz="1800"/>
              <a:t>between</a:t>
            </a:r>
            <a:r>
              <a:rPr lang="en" sz="1800"/>
              <a:t> the Bot’s performance in the game and the reasonable co</a:t>
            </a:r>
            <a:r>
              <a:rPr lang="en" sz="1800"/>
              <a:t>mputational effort it makes for each game.</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Clr>
                <a:schemeClr val="lt1"/>
              </a:buClr>
              <a:buSzPts val="1100"/>
              <a:buFont typeface="Arial"/>
              <a:buNone/>
            </a:pPr>
            <a:r>
              <a:t/>
            </a:r>
            <a:endParaRPr sz="1800"/>
          </a:p>
          <a:p>
            <a:pPr indent="0" lvl="0" marL="0" rtl="0" algn="l">
              <a:lnSpc>
                <a:spcPct val="115000"/>
              </a:lnSpc>
              <a:spcBef>
                <a:spcPts val="0"/>
              </a:spcBef>
              <a:spcAft>
                <a:spcPts val="0"/>
              </a:spcAft>
              <a:buNone/>
            </a:pPr>
            <a:r>
              <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pic>
        <p:nvPicPr>
          <p:cNvPr id="526" name="Google Shape;526;p74"/>
          <p:cNvPicPr preferRelativeResize="0"/>
          <p:nvPr/>
        </p:nvPicPr>
        <p:blipFill rotWithShape="1">
          <a:blip r:embed="rId3">
            <a:alphaModFix amt="10000"/>
          </a:blip>
          <a:srcRect b="14553" l="1069" r="50141" t="20939"/>
          <a:stretch/>
        </p:blipFill>
        <p:spPr>
          <a:xfrm>
            <a:off x="274125" y="1110700"/>
            <a:ext cx="8589000" cy="3748200"/>
          </a:xfrm>
          <a:prstGeom prst="roundRect">
            <a:avLst>
              <a:gd fmla="val 10347" name="adj"/>
            </a:avLst>
          </a:prstGeom>
          <a:noFill/>
          <a:ln>
            <a:noFill/>
          </a:ln>
        </p:spPr>
      </p:pic>
      <p:sp>
        <p:nvSpPr>
          <p:cNvPr id="527" name="Google Shape;527;p74"/>
          <p:cNvSpPr txBox="1"/>
          <p:nvPr>
            <p:ph type="title"/>
          </p:nvPr>
        </p:nvSpPr>
        <p:spPr>
          <a:xfrm>
            <a:off x="277500" y="277500"/>
            <a:ext cx="6960900" cy="636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Design decisions for efficiency</a:t>
            </a:r>
            <a:endParaRPr/>
          </a:p>
        </p:txBody>
      </p:sp>
      <p:sp>
        <p:nvSpPr>
          <p:cNvPr id="528" name="Google Shape;528;p74"/>
          <p:cNvSpPr txBox="1"/>
          <p:nvPr>
            <p:ph type="title"/>
          </p:nvPr>
        </p:nvSpPr>
        <p:spPr>
          <a:xfrm>
            <a:off x="512100" y="1389100"/>
            <a:ext cx="8119800" cy="3424500"/>
          </a:xfrm>
          <a:prstGeom prst="rect">
            <a:avLst/>
          </a:prstGeom>
        </p:spPr>
        <p:txBody>
          <a:bodyPr anchorCtr="0" anchor="t" bIns="0" lIns="0" spcFirstLastPara="1" rIns="0" wrap="square" tIns="91425">
            <a:noAutofit/>
          </a:bodyPr>
          <a:lstStyle/>
          <a:p>
            <a:pPr indent="0" lvl="0" marL="0" rtl="0" algn="l">
              <a:lnSpc>
                <a:spcPct val="115000"/>
              </a:lnSpc>
              <a:spcBef>
                <a:spcPts val="0"/>
              </a:spcBef>
              <a:spcAft>
                <a:spcPts val="0"/>
              </a:spcAft>
              <a:buNone/>
            </a:pPr>
            <a:r>
              <a:rPr lang="en" sz="1800"/>
              <a:t>The bot uses a filter for phrase </a:t>
            </a:r>
            <a:r>
              <a:rPr lang="en" sz="1800"/>
              <a:t>heuristic</a:t>
            </a:r>
            <a:r>
              <a:rPr lang="en" sz="1800"/>
              <a:t>: </a:t>
            </a:r>
            <a:endParaRPr sz="1800"/>
          </a:p>
          <a:p>
            <a:pPr indent="-342900" lvl="0" marL="457200" rtl="0" algn="l">
              <a:lnSpc>
                <a:spcPct val="115000"/>
              </a:lnSpc>
              <a:spcBef>
                <a:spcPts val="0"/>
              </a:spcBef>
              <a:spcAft>
                <a:spcPts val="0"/>
              </a:spcAft>
              <a:buSzPts val="1800"/>
              <a:buChar char="●"/>
            </a:pPr>
            <a:r>
              <a:rPr lang="en" sz="1800"/>
              <a:t>Cheap scoring first, using a </a:t>
            </a:r>
            <a:r>
              <a:rPr lang="en" sz="1650">
                <a:solidFill>
                  <a:srgbClr val="1A1C1F"/>
                </a:solidFill>
                <a:latin typeface="Courier New"/>
                <a:ea typeface="Courier New"/>
                <a:cs typeface="Courier New"/>
                <a:sym typeface="Courier New"/>
              </a:rPr>
              <a:t>GLOBAL_CANDIDATE_PREFILTER</a:t>
            </a:r>
            <a:endParaRPr sz="1650">
              <a:solidFill>
                <a:srgbClr val="1A1C1F"/>
              </a:solidFill>
              <a:latin typeface="Courier New"/>
              <a:ea typeface="Courier New"/>
              <a:cs typeface="Courier New"/>
              <a:sym typeface="Courier New"/>
            </a:endParaRPr>
          </a:p>
          <a:p>
            <a:pPr indent="-333375" lvl="0" marL="457200" rtl="0" algn="l">
              <a:lnSpc>
                <a:spcPct val="115000"/>
              </a:lnSpc>
              <a:spcBef>
                <a:spcPts val="0"/>
              </a:spcBef>
              <a:spcAft>
                <a:spcPts val="0"/>
              </a:spcAft>
              <a:buClr>
                <a:srgbClr val="1A1C1F"/>
              </a:buClr>
              <a:buSzPts val="1650"/>
              <a:buFont typeface="Courier New"/>
              <a:buChar char="●"/>
            </a:pPr>
            <a:r>
              <a:rPr lang="en" sz="1800"/>
              <a:t>The embedding heuristic is used to make a shortlist of valid </a:t>
            </a:r>
            <a:r>
              <a:rPr lang="en" sz="1800"/>
              <a:t>candidates</a:t>
            </a:r>
            <a:endParaRPr sz="1650">
              <a:solidFill>
                <a:srgbClr val="1A1C1F"/>
              </a:solidFill>
              <a:latin typeface="Courier New"/>
              <a:ea typeface="Courier New"/>
              <a:cs typeface="Courier New"/>
              <a:sym typeface="Courier New"/>
            </a:endParaRPr>
          </a:p>
          <a:p>
            <a:pPr indent="-342900" lvl="0" marL="457200" rtl="0" algn="l">
              <a:lnSpc>
                <a:spcPct val="115000"/>
              </a:lnSpc>
              <a:spcBef>
                <a:spcPts val="0"/>
              </a:spcBef>
              <a:spcAft>
                <a:spcPts val="0"/>
              </a:spcAft>
              <a:buSzPts val="1800"/>
              <a:buChar char="●"/>
            </a:pPr>
            <a:r>
              <a:rPr lang="en" sz="1800"/>
              <a:t>Expensive heuristics like phrase only used on shortlisted candidates</a:t>
            </a:r>
            <a:endParaRPr sz="1800"/>
          </a:p>
          <a:p>
            <a:pPr indent="0" lvl="0" marL="45720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rPr lang="en" sz="1800"/>
              <a:t>We place a limit on the words that Phrase heuristic can match with, considering that it is the most expensive heuristic.</a:t>
            </a:r>
            <a:r>
              <a:rPr lang="en" sz="1800">
                <a:solidFill>
                  <a:srgbClr val="F6B26B"/>
                </a:solidFill>
              </a:rPr>
              <a:t> (We tried, but discarded this)</a:t>
            </a:r>
            <a:endParaRPr sz="1800">
              <a:solidFill>
                <a:srgbClr val="F6B26B"/>
              </a:solidFill>
            </a:endParaRPr>
          </a:p>
          <a:p>
            <a:pPr indent="-342900" lvl="0" marL="457200" rtl="0" algn="l">
              <a:lnSpc>
                <a:spcPct val="115000"/>
              </a:lnSpc>
              <a:spcBef>
                <a:spcPts val="0"/>
              </a:spcBef>
              <a:spcAft>
                <a:spcPts val="0"/>
              </a:spcAft>
              <a:buSzPts val="1800"/>
              <a:buChar char="●"/>
            </a:pPr>
            <a:r>
              <a:rPr lang="en" sz="1800"/>
              <a:t>We placed 250 word limit on Phrase heuristic</a:t>
            </a:r>
            <a:endParaRPr sz="1800"/>
          </a:p>
          <a:p>
            <a:pPr indent="0" lvl="0" marL="0" rtl="0" algn="l">
              <a:lnSpc>
                <a:spcPct val="115000"/>
              </a:lnSpc>
              <a:spcBef>
                <a:spcPts val="0"/>
              </a:spcBef>
              <a:spcAft>
                <a:spcPts val="0"/>
              </a:spcAft>
              <a:buNone/>
            </a:pPr>
            <a:r>
              <a:rPr lang="en" sz="1800"/>
              <a:t>Heuristic Gating by Weight: </a:t>
            </a:r>
            <a:r>
              <a:rPr lang="en" sz="1800">
                <a:solidFill>
                  <a:srgbClr val="F6B26B"/>
                </a:solidFill>
              </a:rPr>
              <a:t>(This became very useful for pruning, so it’s kept)</a:t>
            </a:r>
            <a:endParaRPr sz="1800">
              <a:solidFill>
                <a:srgbClr val="F6B26B"/>
              </a:solidFill>
            </a:endParaRPr>
          </a:p>
          <a:p>
            <a:pPr indent="-342900" lvl="0" marL="457200" rtl="0" algn="l">
              <a:lnSpc>
                <a:spcPct val="115000"/>
              </a:lnSpc>
              <a:spcBef>
                <a:spcPts val="0"/>
              </a:spcBef>
              <a:spcAft>
                <a:spcPts val="0"/>
              </a:spcAft>
              <a:buSzPts val="1800"/>
              <a:buChar char="●"/>
            </a:pPr>
            <a:r>
              <a:rPr lang="en" sz="1800"/>
              <a:t>A weight of 0 means the heuristic is skipped entirely for that group.</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a:p>
            <a:pPr indent="0" lvl="0" marL="45720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a:p>
            <a:pPr indent="0" lvl="0" marL="0" rtl="0" algn="l">
              <a:lnSpc>
                <a:spcPct val="115000"/>
              </a:lnSpc>
              <a:spcBef>
                <a:spcPts val="0"/>
              </a:spcBef>
              <a:spcAft>
                <a:spcPts val="0"/>
              </a:spcAft>
              <a:buNone/>
            </a:pPr>
            <a:r>
              <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pic>
        <p:nvPicPr>
          <p:cNvPr id="533" name="Google Shape;533;p75"/>
          <p:cNvPicPr preferRelativeResize="0"/>
          <p:nvPr/>
        </p:nvPicPr>
        <p:blipFill rotWithShape="1">
          <a:blip r:embed="rId3">
            <a:alphaModFix amt="10000"/>
          </a:blip>
          <a:srcRect b="14553" l="1069" r="50141" t="20939"/>
          <a:stretch/>
        </p:blipFill>
        <p:spPr>
          <a:xfrm>
            <a:off x="274125" y="1110700"/>
            <a:ext cx="8589000" cy="3748200"/>
          </a:xfrm>
          <a:prstGeom prst="roundRect">
            <a:avLst>
              <a:gd fmla="val 10347" name="adj"/>
            </a:avLst>
          </a:prstGeom>
          <a:noFill/>
          <a:ln>
            <a:noFill/>
          </a:ln>
        </p:spPr>
      </p:pic>
      <p:sp>
        <p:nvSpPr>
          <p:cNvPr id="534" name="Google Shape;534;p75"/>
          <p:cNvSpPr txBox="1"/>
          <p:nvPr>
            <p:ph type="title"/>
          </p:nvPr>
        </p:nvSpPr>
        <p:spPr>
          <a:xfrm>
            <a:off x="277500" y="277500"/>
            <a:ext cx="8725800" cy="636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Future Work </a:t>
            </a:r>
            <a:r>
              <a:rPr lang="en">
                <a:solidFill>
                  <a:srgbClr val="E69138"/>
                </a:solidFill>
              </a:rPr>
              <a:t>| </a:t>
            </a:r>
            <a:r>
              <a:rPr i="1" lang="en" sz="2400">
                <a:solidFill>
                  <a:srgbClr val="E69138"/>
                </a:solidFill>
              </a:rPr>
              <a:t>Now has been implemented after presentation</a:t>
            </a:r>
            <a:endParaRPr i="1" sz="2400">
              <a:solidFill>
                <a:srgbClr val="E69138"/>
              </a:solidFill>
            </a:endParaRPr>
          </a:p>
        </p:txBody>
      </p:sp>
      <p:sp>
        <p:nvSpPr>
          <p:cNvPr id="535" name="Google Shape;535;p75"/>
          <p:cNvSpPr txBox="1"/>
          <p:nvPr>
            <p:ph type="title"/>
          </p:nvPr>
        </p:nvSpPr>
        <p:spPr>
          <a:xfrm>
            <a:off x="508725" y="1264300"/>
            <a:ext cx="8119800" cy="2711400"/>
          </a:xfrm>
          <a:prstGeom prst="rect">
            <a:avLst/>
          </a:prstGeom>
        </p:spPr>
        <p:txBody>
          <a:bodyPr anchorCtr="0" anchor="t" bIns="0" lIns="0" spcFirstLastPara="1" rIns="0" wrap="square" tIns="91425">
            <a:noAutofit/>
          </a:bodyPr>
          <a:lstStyle/>
          <a:p>
            <a:pPr indent="-342900" lvl="0" marL="457200" rtl="0" algn="l">
              <a:lnSpc>
                <a:spcPct val="115000"/>
              </a:lnSpc>
              <a:spcBef>
                <a:spcPts val="0"/>
              </a:spcBef>
              <a:spcAft>
                <a:spcPts val="0"/>
              </a:spcAft>
              <a:buSzPts val="1800"/>
              <a:buChar char="●"/>
            </a:pPr>
            <a:r>
              <a:rPr lang="en" sz="1800"/>
              <a:t>More guessing strategies! Connections is a very complex game, and covering more answer types could help performance</a:t>
            </a:r>
            <a:endParaRPr sz="1800"/>
          </a:p>
          <a:p>
            <a:pPr indent="-342900" lvl="0" marL="457200" rtl="0" algn="l">
              <a:lnSpc>
                <a:spcPct val="115000"/>
              </a:lnSpc>
              <a:spcBef>
                <a:spcPts val="0"/>
              </a:spcBef>
              <a:spcAft>
                <a:spcPts val="0"/>
              </a:spcAft>
              <a:buSzPts val="1800"/>
              <a:buChar char="●"/>
            </a:pPr>
            <a:r>
              <a:rPr lang="en" sz="1800"/>
              <a:t>We will tweak all the weights and other variables to find a sweet spot between the heuristics for each group.</a:t>
            </a:r>
            <a:endParaRPr sz="1800"/>
          </a:p>
          <a:p>
            <a:pPr indent="0" lvl="0" marL="914400" rtl="0" algn="l">
              <a:lnSpc>
                <a:spcPct val="115000"/>
              </a:lnSpc>
              <a:spcBef>
                <a:spcPts val="0"/>
              </a:spcBef>
              <a:spcAft>
                <a:spcPts val="0"/>
              </a:spcAft>
              <a:buNone/>
            </a:pPr>
            <a:r>
              <a:rPr lang="en" sz="1800"/>
              <a:t>- Right now the Bot easily solves 1 or 2 groups, but struggles to move ahead.</a:t>
            </a:r>
            <a:endParaRPr sz="1800"/>
          </a:p>
          <a:p>
            <a:pPr indent="-342900" lvl="0" marL="457200" rtl="0" algn="l">
              <a:lnSpc>
                <a:spcPct val="115000"/>
              </a:lnSpc>
              <a:spcBef>
                <a:spcPts val="0"/>
              </a:spcBef>
              <a:spcAft>
                <a:spcPts val="0"/>
              </a:spcAft>
              <a:buSzPts val="1800"/>
              <a:buChar char="●"/>
            </a:pPr>
            <a:r>
              <a:rPr lang="en" sz="1800"/>
              <a:t>We will use an eligibility check for Homophone and Insertion heuristic and use the weights as a switch to admit them only if they make any sense.</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76"/>
          <p:cNvSpPr txBox="1"/>
          <p:nvPr>
            <p:ph type="title"/>
          </p:nvPr>
        </p:nvSpPr>
        <p:spPr>
          <a:xfrm>
            <a:off x="625375" y="374400"/>
            <a:ext cx="7825200" cy="41043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lt1"/>
              </a:buClr>
              <a:buSzPts val="1100"/>
              <a:buNone/>
            </a:pPr>
            <a:r>
              <a:t/>
            </a:r>
            <a:endParaRPr/>
          </a:p>
          <a:p>
            <a:pPr indent="0" lvl="0" marL="0" rtl="0" algn="l">
              <a:spcBef>
                <a:spcPts val="0"/>
              </a:spcBef>
              <a:spcAft>
                <a:spcPts val="0"/>
              </a:spcAft>
              <a:buNone/>
            </a:pPr>
            <a:r>
              <a:rPr lang="en"/>
              <a:t>Please go through the README!</a:t>
            </a:r>
            <a:br>
              <a:rPr lang="en"/>
            </a:br>
            <a:r>
              <a:rPr lang="en"/>
              <a:t>It contains a lot more details about the latest project’s problem solving aspect.</a:t>
            </a:r>
            <a:r>
              <a:rPr i="1" lang="en" sz="1800">
                <a:solidFill>
                  <a:srgbClr val="E69138"/>
                </a:solidFill>
              </a:rPr>
              <a:t>This is added after the presentation</a:t>
            </a:r>
            <a:endParaRPr i="1" sz="1800">
              <a:solidFill>
                <a:srgbClr val="E69138"/>
              </a:solidFill>
            </a:endParaRPr>
          </a:p>
        </p:txBody>
      </p:sp>
      <p:sp>
        <p:nvSpPr>
          <p:cNvPr id="541" name="Google Shape;541;p76"/>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7"/>
          <p:cNvSpPr txBox="1"/>
          <p:nvPr>
            <p:ph type="title"/>
          </p:nvPr>
        </p:nvSpPr>
        <p:spPr>
          <a:xfrm>
            <a:off x="625375" y="374400"/>
            <a:ext cx="4034400" cy="41043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lt1"/>
              </a:buClr>
              <a:buSzPts val="1100"/>
              <a:buNone/>
            </a:pPr>
            <a:r>
              <a:t/>
            </a:r>
            <a:endParaRPr/>
          </a:p>
          <a:p>
            <a:pPr indent="0" lvl="0" marL="0" rtl="0" algn="l">
              <a:spcBef>
                <a:spcPts val="0"/>
              </a:spcBef>
              <a:spcAft>
                <a:spcPts val="0"/>
              </a:spcAft>
              <a:buNone/>
            </a:pPr>
            <a:r>
              <a:rPr lang="en"/>
              <a:t>Thank You!</a:t>
            </a:r>
            <a:endParaRPr/>
          </a:p>
        </p:txBody>
      </p:sp>
      <p:sp>
        <p:nvSpPr>
          <p:cNvPr id="547" name="Google Shape;547;p77"/>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duct demo | Human focus">
  <a:themeElements>
    <a:clrScheme name="Simple Light">
      <a:dk1>
        <a:srgbClr val="3C4043"/>
      </a:dk1>
      <a:lt1>
        <a:srgbClr val="000000"/>
      </a:lt1>
      <a:dk2>
        <a:srgbClr val="F4F4F4"/>
      </a:dk2>
      <a:lt2>
        <a:srgbClr val="FFFFFF"/>
      </a:lt2>
      <a:accent1>
        <a:srgbClr val="FDD198"/>
      </a:accent1>
      <a:accent2>
        <a:srgbClr val="F4F4F4"/>
      </a:accent2>
      <a:accent3>
        <a:srgbClr val="B7B7B7"/>
      </a:accent3>
      <a:accent4>
        <a:srgbClr val="FFA767"/>
      </a:accent4>
      <a:accent5>
        <a:srgbClr val="FFF2DC"/>
      </a:accent5>
      <a:accent6>
        <a:srgbClr val="F0C894"/>
      </a:accent6>
      <a:hlink>
        <a:srgbClr val="CAA9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